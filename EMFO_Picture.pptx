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350" r:id="rId6"/>
    <p:sldId id="351" r:id="rId7"/>
    <p:sldId id="348" r:id="rId8"/>
    <p:sldId id="284" r:id="rId9"/>
    <p:sldId id="285" r:id="rId10"/>
    <p:sldId id="287" r:id="rId11"/>
    <p:sldId id="289" r:id="rId12"/>
    <p:sldId id="342" r:id="rId13"/>
    <p:sldId id="340" r:id="rId14"/>
    <p:sldId id="341" r:id="rId15"/>
    <p:sldId id="343" r:id="rId16"/>
    <p:sldId id="283" r:id="rId17"/>
    <p:sldId id="345" r:id="rId18"/>
    <p:sldId id="34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B62"/>
    <a:srgbClr val="00B050"/>
    <a:srgbClr val="BF9000"/>
    <a:srgbClr val="002060"/>
    <a:srgbClr val="666699"/>
    <a:srgbClr val="000000"/>
    <a:srgbClr val="D9D9D9"/>
    <a:srgbClr val="E2EAF6"/>
    <a:srgbClr val="FBE5D6"/>
    <a:srgbClr val="F8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44" d="100"/>
          <a:sy n="244" d="100"/>
        </p:scale>
        <p:origin x="-2448" y="-5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88C42-4BCB-4B25-8332-4DE085FF2919}" type="datetimeFigureOut"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9CDE2-39B7-4961-B87B-6CC465D7696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27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00"/>
              <a:t>Black and blue lines on bottom overlap and hard to tell where going.</a:t>
            </a:r>
          </a:p>
          <a:p>
            <a:r>
              <a:rPr lang="en-US" sz="800"/>
              <a:t>Person Factors is part of the Person.  Person has a role as patient.</a:t>
            </a:r>
          </a:p>
          <a:p>
            <a:r>
              <a:rPr lang="en-US" sz="800"/>
              <a:t>I would remove “functioning observed by others” as it is not an activity of the person.    Have the relationship in opposite direction as Observer &gt; observes &gt; observed behavior. </a:t>
            </a:r>
          </a:p>
          <a:p>
            <a:r>
              <a:rPr lang="en-US" sz="800"/>
              <a:t>Functioning performance is a realization of mental functioning.  Would remove “realization of” from Mental functioning to mental functions.  Uses is enough.  </a:t>
            </a:r>
          </a:p>
          <a:p>
            <a:r>
              <a:rPr lang="en-US" sz="800"/>
              <a:t>Uses and realizes is not the same.  Can you separate them in the legend?  </a:t>
            </a:r>
          </a:p>
          <a:p>
            <a:r>
              <a:rPr lang="en-US" sz="800"/>
              <a:t>Maybe drop the word “activities” after Communication, Mobility, self-care, domestic life since they have a relationship of is a Activities</a:t>
            </a:r>
          </a:p>
          <a:p>
            <a:r>
              <a:rPr lang="en-US" sz="800"/>
              <a:t>Person factors is a 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9CDE2-39B7-4961-B87B-6CC465D769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484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32792-C4C1-3047-E818-4D658BB23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A2B45-487F-2012-703D-97E8135C5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F38EFA-26F9-2B07-D853-4A9312256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00"/>
              <a:t>Black and blue lines on bottom overlap and hard to tell where going.</a:t>
            </a:r>
          </a:p>
          <a:p>
            <a:r>
              <a:rPr lang="en-US" sz="800"/>
              <a:t>Person Factors is part of the Person.  Person has a role as patient.</a:t>
            </a:r>
          </a:p>
          <a:p>
            <a:r>
              <a:rPr lang="en-US" sz="800"/>
              <a:t>I would remove “functioning observed by others” as it is not an activity of the person.    Have the relationship in opposite direction as Observer &gt; observes &gt; observed behavior. </a:t>
            </a:r>
          </a:p>
          <a:p>
            <a:r>
              <a:rPr lang="en-US" sz="800"/>
              <a:t>Functioning performance is a realization of mental functioning.  Would remove “realization of” from Mental functioning to mental functions.  Uses is enough.  </a:t>
            </a:r>
          </a:p>
          <a:p>
            <a:r>
              <a:rPr lang="en-US" sz="800"/>
              <a:t>Uses and realizes is not the same.  Can you separate them in the legend?  </a:t>
            </a:r>
          </a:p>
          <a:p>
            <a:r>
              <a:rPr lang="en-US" sz="800"/>
              <a:t>Maybe drop the word “activities” after Communication, Mobility, self-care, domestic life since they have a relationship of is a Activities</a:t>
            </a:r>
          </a:p>
          <a:p>
            <a:r>
              <a:rPr lang="en-US" sz="800"/>
              <a:t>Person factors is a 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4D02D-34EA-7E37-672B-BABE9C4E1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9CDE2-39B7-4961-B87B-6CC465D769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7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D66AC-95F9-4E4D-30D2-356986872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BF2417-F7EF-4E5F-ACD0-33E7DDC7A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FCE1EE-4BED-BF44-6D8C-6A151E9A1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0795E-7715-8AB0-AC46-DEC3E97DB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9CDE2-39B7-4961-B87B-6CC465D769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73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conceptualization represents functioning from the perspective of the individual</a:t>
            </a:r>
          </a:p>
          <a:p>
            <a:r>
              <a:rPr lang="en-US"/>
              <a:t>Orientation to the Model of Mental Functioning and how it aligns with the ICF.  We put Personal Factors as Input and Throughput.</a:t>
            </a:r>
          </a:p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328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3BE358-DAE0-428C-A2EE-4FDA9CB9F0B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28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8436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9CDE2-39B7-4961-B87B-6CC465D7696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04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07E3-5FFC-122E-22E0-8C23CCE14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B4A32-6D8E-3D55-86F6-0B50D74D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6C319-4F71-B671-D76D-6DF88CA2D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2C81-8890-441B-A825-08A6DAE9B25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E3678-B19B-FDFF-897A-71E54182A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D218A-5AFA-716D-5DFA-0B711B32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BD55-0FA5-4BCF-B402-1D8599ACA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66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09780-1A12-6370-314C-6FCF7B86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80A79-F225-483C-44F4-1AB51AE01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ACD9E-C3AB-C975-CE86-7E566C05C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2C81-8890-441B-A825-08A6DAE9B25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19F3D-68B3-EA4B-DA9F-506020B1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00331-B24A-E171-39D3-CED52FDB6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BD55-0FA5-4BCF-B402-1D8599ACA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07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0BF4-F673-9C6B-DCB1-39D3C8340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6A2B5-3889-C1D6-EAFA-489DD0BBF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273CE-226F-7341-E320-EAF5D845C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2C81-8890-441B-A825-08A6DAE9B25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A3AFA-5A0C-296C-D5A3-F5BE9ABE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FB220-1295-FC1A-D0B1-70EB6CD4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BD55-0FA5-4BCF-B402-1D8599ACA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55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ACCF1-59DF-6A59-FC1B-126FCFE9A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F4433-73D7-DD2F-47A0-EF575DD955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DB517-94B1-9C5A-A1B9-6F0ACD8F7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8D3D0-16BD-FF1C-63C7-F53D604A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2C81-8890-441B-A825-08A6DAE9B25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46C10-F05D-83EC-0EF2-9A7D7EFF5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9ADFB-E94F-0EE7-C45A-D5ED10DA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BD55-0FA5-4BCF-B402-1D8599ACA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60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E5F00-238F-F180-BB04-A0A81B645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B5F69-AFE9-9B01-BC5B-50445070E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BE67B-E906-E49F-BE8E-4D4476359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1072B9-DE63-1951-F68E-C1E0BD4839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416429-80F4-3377-C2A2-8B2702715C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0A5945-DEA3-E749-864D-E29F5B65F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2C81-8890-441B-A825-08A6DAE9B25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B8F9D2-3A30-B686-1501-3AF8EB255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46D945-952F-002C-ACE0-0F5CCE8F5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BD55-0FA5-4BCF-B402-1D8599ACA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35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517D-1583-066B-AA14-AEF28E80C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7498C-F9FA-0141-87D9-3092D2BF0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2C81-8890-441B-A825-08A6DAE9B25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E090B-6A18-73C8-D447-B6337537B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7FEB3-C510-59F3-B77F-88623B33E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BD55-0FA5-4BCF-B402-1D8599ACA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86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0059B2-FF5B-3FE7-4CAA-7CC4E8A05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2C81-8890-441B-A825-08A6DAE9B25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A902F-2CAB-D544-4308-0FA8B75B9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DEEF4-56E6-9E90-3A32-1FA83CC0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BD55-0FA5-4BCF-B402-1D8599ACA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641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10F53-5872-CD35-F1F8-9E515DA25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B1CC7-5BF2-9E54-D398-EDB5628B6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3BD3B9-1611-9CD3-A0A3-9AAC4DD11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17FB0-5667-7310-D27D-0B14BFB59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2C81-8890-441B-A825-08A6DAE9B25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E2AE0-CBDC-DE2A-0F61-EA0ADBD44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964462-E7E7-59F5-3CB8-B9DE8FD46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BD55-0FA5-4BCF-B402-1D8599ACA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16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C8AF-38E2-D13A-8E6D-F88FF96BF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A0F2DC-2492-B600-AA11-499756714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6D436-EE33-CCAD-C3A2-057FC36E4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8666D-FCF0-B179-219D-3FF7A9B06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2C81-8890-441B-A825-08A6DAE9B25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2AEEC-4BD3-B37F-8FE0-7D25236F7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D7FE7-E0D5-4B3E-0D73-657C14C58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BD55-0FA5-4BCF-B402-1D8599ACA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744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459B-50DE-1802-0A89-81C41F1F2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BB3C4-B5A5-456F-8173-858BB1EA0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1C330-DEF7-6C3A-0484-53020D1D4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2C81-8890-441B-A825-08A6DAE9B25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1ADC9-46E3-3C82-BA9F-F5EC32BB5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7581C-EAB0-228D-F14E-5A354E913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BD55-0FA5-4BCF-B402-1D8599ACA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24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618040-A38F-17D9-6C1E-2F04B5ADA2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DB7BF-4CF0-9061-21E4-EFE0AD1C1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3E586-5737-BD95-6132-73EDD760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2C81-8890-441B-A825-08A6DAE9B25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69EC0-237A-38B6-7CE8-8E51C158C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C873A-4934-7CCD-6EB4-8472BE5C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BD55-0FA5-4BCF-B402-1D8599ACA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29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16FDC6-2FFD-1549-ABD0-6906E7D6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6AE71-5963-8CF0-C707-65B9F4076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B40E1-EAD2-9EE2-D0E0-AEB076786D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B2C81-8890-441B-A825-08A6DAE9B25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22D88-7E9B-1B4A-B45E-DF895141E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8B3A3-B5B3-4A3A-EAE3-995E1BDF7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6BD55-0FA5-4BCF-B402-1D8599ACA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14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D1AEC-742B-2B58-E739-737256B75E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Ecological Mental Functioning Ontology (EMFO) Graph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A7889-8BF8-9C91-1F17-EA5104579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2620710" cy="1655762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2024-06-14</a:t>
            </a:r>
          </a:p>
          <a:p>
            <a:r>
              <a:rPr lang="en-US"/>
              <a:t>2024-09-27</a:t>
            </a:r>
          </a:p>
          <a:p>
            <a:r>
              <a:rPr lang="en-US"/>
              <a:t>2024-11-01</a:t>
            </a:r>
          </a:p>
          <a:p>
            <a:r>
              <a:rPr lang="en-US"/>
              <a:t>2024-12-04</a:t>
            </a:r>
          </a:p>
          <a:p>
            <a:r>
              <a:rPr lang="en-US"/>
              <a:t>Revised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61A083E-19AC-AF32-D02E-1C5A0F492705}"/>
              </a:ext>
            </a:extLst>
          </p:cNvPr>
          <p:cNvSpPr txBox="1">
            <a:spLocks/>
          </p:cNvSpPr>
          <p:nvPr/>
        </p:nvSpPr>
        <p:spPr>
          <a:xfrm>
            <a:off x="4564878" y="3602038"/>
            <a:ext cx="2696534" cy="17588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2025-02-03</a:t>
            </a:r>
          </a:p>
          <a:p>
            <a:r>
              <a:rPr lang="en-US" sz="1400" dirty="0"/>
              <a:t>2025-02-13</a:t>
            </a:r>
          </a:p>
          <a:p>
            <a:r>
              <a:rPr lang="en-US" sz="1400" dirty="0"/>
              <a:t>2025-05-09</a:t>
            </a:r>
          </a:p>
          <a:p>
            <a:r>
              <a:rPr lang="en-US" sz="1400" dirty="0"/>
              <a:t>2025-05-12</a:t>
            </a:r>
          </a:p>
          <a:p>
            <a:r>
              <a:rPr lang="en-US" sz="1400" dirty="0"/>
              <a:t>2025-05-16</a:t>
            </a:r>
          </a:p>
          <a:p>
            <a:r>
              <a:rPr lang="en-US" sz="1400" dirty="0"/>
              <a:t>Revised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98817A5-30B3-03B3-1BF4-16FABF2365D0}"/>
              </a:ext>
            </a:extLst>
          </p:cNvPr>
          <p:cNvSpPr txBox="1">
            <a:spLocks/>
          </p:cNvSpPr>
          <p:nvPr/>
        </p:nvSpPr>
        <p:spPr>
          <a:xfrm>
            <a:off x="6333313" y="3602038"/>
            <a:ext cx="2696534" cy="1758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2025-07-23</a:t>
            </a:r>
          </a:p>
          <a:p>
            <a:r>
              <a:rPr lang="en-US" sz="1400" dirty="0"/>
              <a:t>2026-01-28</a:t>
            </a:r>
          </a:p>
          <a:p>
            <a:r>
              <a:rPr lang="en-US" sz="1400" dirty="0"/>
              <a:t>Revised</a:t>
            </a:r>
          </a:p>
        </p:txBody>
      </p:sp>
    </p:spTree>
    <p:extLst>
      <p:ext uri="{BB962C8B-B14F-4D97-AF65-F5344CB8AC3E}">
        <p14:creationId xmlns:p14="http://schemas.microsoft.com/office/powerpoint/2010/main" val="1058196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BDE00-D64A-EE67-CA22-14873322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Content Placeholder 2">
            <a:extLst>
              <a:ext uri="{FF2B5EF4-FFF2-40B4-BE49-F238E27FC236}">
                <a16:creationId xmlns:a16="http://schemas.microsoft.com/office/drawing/2014/main" id="{874EF1EC-0CDE-F80E-111C-A88BB8068422}"/>
              </a:ext>
            </a:extLst>
          </p:cNvPr>
          <p:cNvSpPr txBox="1">
            <a:spLocks/>
          </p:cNvSpPr>
          <p:nvPr/>
        </p:nvSpPr>
        <p:spPr>
          <a:xfrm>
            <a:off x="6100784" y="7915"/>
            <a:ext cx="6096000" cy="3269029"/>
          </a:xfrm>
          <a:prstGeom prst="rect">
            <a:avLst/>
          </a:prstGeom>
          <a:pattFill prst="pct40">
            <a:fgClr>
              <a:srgbClr val="C8D6EE"/>
            </a:fgClr>
            <a:bgClr>
              <a:schemeClr val="bg1"/>
            </a:bgClr>
          </a:pattFill>
          <a:ln w="952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262" name="Content Placeholder 2">
            <a:extLst>
              <a:ext uri="{FF2B5EF4-FFF2-40B4-BE49-F238E27FC236}">
                <a16:creationId xmlns:a16="http://schemas.microsoft.com/office/drawing/2014/main" id="{FB2FF213-EA22-532B-3BC8-3EDB6358956F}"/>
              </a:ext>
            </a:extLst>
          </p:cNvPr>
          <p:cNvSpPr txBox="1">
            <a:spLocks/>
          </p:cNvSpPr>
          <p:nvPr/>
        </p:nvSpPr>
        <p:spPr>
          <a:xfrm>
            <a:off x="6107973" y="3292330"/>
            <a:ext cx="6100579" cy="3576726"/>
          </a:xfrm>
          <a:prstGeom prst="rect">
            <a:avLst/>
          </a:prstGeom>
          <a:solidFill>
            <a:srgbClr val="EFE5F7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k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EAD0804E-7DEB-F5D5-8516-76561EC0912E}"/>
              </a:ext>
            </a:extLst>
          </p:cNvPr>
          <p:cNvSpPr/>
          <p:nvPr/>
        </p:nvSpPr>
        <p:spPr>
          <a:xfrm>
            <a:off x="0" y="0"/>
            <a:ext cx="6096000" cy="3317018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BE476D39-6B88-1641-A9A9-F0C1FE4549CC}"/>
              </a:ext>
            </a:extLst>
          </p:cNvPr>
          <p:cNvSpPr/>
          <p:nvPr/>
        </p:nvSpPr>
        <p:spPr>
          <a:xfrm>
            <a:off x="-6671" y="3284767"/>
            <a:ext cx="6103498" cy="3587805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u="sng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63EAE67-D0FB-5328-CAC3-369BF32B208C}"/>
              </a:ext>
            </a:extLst>
          </p:cNvPr>
          <p:cNvCxnSpPr>
            <a:cxnSpLocks/>
          </p:cNvCxnSpPr>
          <p:nvPr/>
        </p:nvCxnSpPr>
        <p:spPr>
          <a:xfrm>
            <a:off x="6086629" y="-144716"/>
            <a:ext cx="9371" cy="7002716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4DE4382-4A36-9C1D-D80C-B2D6DABEE543}"/>
              </a:ext>
            </a:extLst>
          </p:cNvPr>
          <p:cNvCxnSpPr/>
          <p:nvPr/>
        </p:nvCxnSpPr>
        <p:spPr>
          <a:xfrm>
            <a:off x="0" y="3284692"/>
            <a:ext cx="1219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A6719ED5-5ADE-98CB-D001-F65D1C72F383}"/>
              </a:ext>
            </a:extLst>
          </p:cNvPr>
          <p:cNvSpPr/>
          <p:nvPr/>
        </p:nvSpPr>
        <p:spPr>
          <a:xfrm>
            <a:off x="4976321" y="1228924"/>
            <a:ext cx="938157" cy="3491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Internal Feedback</a:t>
            </a:r>
          </a:p>
        </p:txBody>
      </p:sp>
      <p:sp>
        <p:nvSpPr>
          <p:cNvPr id="228" name="Rectangle: Rounded Corners 227">
            <a:extLst>
              <a:ext uri="{FF2B5EF4-FFF2-40B4-BE49-F238E27FC236}">
                <a16:creationId xmlns:a16="http://schemas.microsoft.com/office/drawing/2014/main" id="{BB5780B3-C767-B661-CA55-84A5FFA8EFBC}"/>
              </a:ext>
            </a:extLst>
          </p:cNvPr>
          <p:cNvSpPr/>
          <p:nvPr/>
        </p:nvSpPr>
        <p:spPr>
          <a:xfrm>
            <a:off x="3933385" y="1248790"/>
            <a:ext cx="938156" cy="32118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External Feedback</a:t>
            </a:r>
          </a:p>
        </p:txBody>
      </p: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6CA61BFF-E824-040E-6DC2-71334A52B41F}"/>
              </a:ext>
            </a:extLst>
          </p:cNvPr>
          <p:cNvCxnSpPr>
            <a:cxnSpLocks/>
          </p:cNvCxnSpPr>
          <p:nvPr/>
        </p:nvCxnSpPr>
        <p:spPr>
          <a:xfrm flipH="1" flipV="1">
            <a:off x="4339350" y="2328427"/>
            <a:ext cx="3580" cy="1381411"/>
          </a:xfrm>
          <a:prstGeom prst="straightConnector1">
            <a:avLst/>
          </a:prstGeom>
          <a:ln w="38100">
            <a:solidFill>
              <a:srgbClr val="C55A1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8E9BBECC-3D16-6A31-1396-FBB934788BFE}"/>
              </a:ext>
            </a:extLst>
          </p:cNvPr>
          <p:cNvCxnSpPr>
            <a:cxnSpLocks/>
            <a:endCxn id="259" idx="2"/>
          </p:cNvCxnSpPr>
          <p:nvPr/>
        </p:nvCxnSpPr>
        <p:spPr>
          <a:xfrm flipV="1">
            <a:off x="5317528" y="2149234"/>
            <a:ext cx="1808570" cy="4900"/>
          </a:xfrm>
          <a:prstGeom prst="straightConnector1">
            <a:avLst/>
          </a:prstGeom>
          <a:ln w="38100">
            <a:solidFill>
              <a:srgbClr val="C55A1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AC447661-4642-3915-CEBF-6B8253B2D6B5}"/>
              </a:ext>
            </a:extLst>
          </p:cNvPr>
          <p:cNvSpPr txBox="1"/>
          <p:nvPr/>
        </p:nvSpPr>
        <p:spPr>
          <a:xfrm>
            <a:off x="5675697" y="1892762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/>
              <a:t>provides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6DE41E7A-CAC5-E2D6-6272-52912AC8C35F}"/>
              </a:ext>
            </a:extLst>
          </p:cNvPr>
          <p:cNvSpPr txBox="1"/>
          <p:nvPr/>
        </p:nvSpPr>
        <p:spPr>
          <a:xfrm>
            <a:off x="4294476" y="2655599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/>
              <a:t>provides</a:t>
            </a:r>
          </a:p>
        </p:txBody>
      </p: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81AB6241-5B37-9311-5941-558C11A7BDC8}"/>
              </a:ext>
            </a:extLst>
          </p:cNvPr>
          <p:cNvCxnSpPr>
            <a:cxnSpLocks/>
          </p:cNvCxnSpPr>
          <p:nvPr/>
        </p:nvCxnSpPr>
        <p:spPr>
          <a:xfrm>
            <a:off x="5120478" y="2328427"/>
            <a:ext cx="471217" cy="5032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Rectangle: Rounded Corners 315">
            <a:extLst>
              <a:ext uri="{FF2B5EF4-FFF2-40B4-BE49-F238E27FC236}">
                <a16:creationId xmlns:a16="http://schemas.microsoft.com/office/drawing/2014/main" id="{FFA7EE10-89D7-BC14-A4DD-C9A14666092A}"/>
              </a:ext>
            </a:extLst>
          </p:cNvPr>
          <p:cNvSpPr/>
          <p:nvPr/>
        </p:nvSpPr>
        <p:spPr>
          <a:xfrm>
            <a:off x="10229904" y="5286149"/>
            <a:ext cx="602620" cy="248333"/>
          </a:xfrm>
          <a:prstGeom prst="roundRect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Brain</a:t>
            </a:r>
          </a:p>
        </p:txBody>
      </p: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A7F7E4F9-59A0-7A77-8567-B7B06FA42778}"/>
              </a:ext>
            </a:extLst>
          </p:cNvPr>
          <p:cNvCxnSpPr>
            <a:cxnSpLocks/>
            <a:stCxn id="317" idx="0"/>
            <a:endCxn id="316" idx="2"/>
          </p:cNvCxnSpPr>
          <p:nvPr/>
        </p:nvCxnSpPr>
        <p:spPr>
          <a:xfrm flipV="1">
            <a:off x="10531214" y="5534482"/>
            <a:ext cx="0" cy="30820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TextBox 319">
            <a:extLst>
              <a:ext uri="{FF2B5EF4-FFF2-40B4-BE49-F238E27FC236}">
                <a16:creationId xmlns:a16="http://schemas.microsoft.com/office/drawing/2014/main" id="{79927302-47D4-2A65-7006-C05CC5963D3B}"/>
              </a:ext>
            </a:extLst>
          </p:cNvPr>
          <p:cNvSpPr txBox="1"/>
          <p:nvPr/>
        </p:nvSpPr>
        <p:spPr>
          <a:xfrm flipH="1">
            <a:off x="10457543" y="5582208"/>
            <a:ext cx="611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 non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anatomical phenomenon within </a:t>
            </a:r>
          </a:p>
        </p:txBody>
      </p: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AE4462B4-3FC8-9B56-31E1-57659F5E56DE}"/>
              </a:ext>
            </a:extLst>
          </p:cNvPr>
          <p:cNvCxnSpPr>
            <a:cxnSpLocks/>
          </p:cNvCxnSpPr>
          <p:nvPr/>
        </p:nvCxnSpPr>
        <p:spPr>
          <a:xfrm flipH="1">
            <a:off x="9662203" y="4996417"/>
            <a:ext cx="529489" cy="425680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8F9EB77-B5D1-BCBB-9A9A-DA8D160DE8DA}"/>
              </a:ext>
            </a:extLst>
          </p:cNvPr>
          <p:cNvSpPr/>
          <p:nvPr/>
        </p:nvSpPr>
        <p:spPr>
          <a:xfrm>
            <a:off x="7395999" y="6230758"/>
            <a:ext cx="703009" cy="460206"/>
          </a:xfrm>
          <a:prstGeom prst="roundRect">
            <a:avLst/>
          </a:prstGeom>
          <a:solidFill>
            <a:srgbClr val="EABD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Cognitive Functions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C72785-CAF2-AFE2-EA7B-7BBFF0DC768C}"/>
              </a:ext>
            </a:extLst>
          </p:cNvPr>
          <p:cNvSpPr/>
          <p:nvPr/>
        </p:nvSpPr>
        <p:spPr>
          <a:xfrm>
            <a:off x="6509883" y="5921956"/>
            <a:ext cx="959111" cy="201320"/>
          </a:xfrm>
          <a:prstGeom prst="roundRect">
            <a:avLst/>
          </a:prstGeom>
          <a:solidFill>
            <a:srgbClr val="EABD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Communication Functions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F0C4C34-CE33-2622-8C0F-6B1FF956BFB9}"/>
              </a:ext>
            </a:extLst>
          </p:cNvPr>
          <p:cNvSpPr/>
          <p:nvPr/>
        </p:nvSpPr>
        <p:spPr>
          <a:xfrm>
            <a:off x="8005347" y="5915294"/>
            <a:ext cx="785251" cy="215445"/>
          </a:xfrm>
          <a:prstGeom prst="roundRect">
            <a:avLst/>
          </a:prstGeom>
          <a:solidFill>
            <a:srgbClr val="EABD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Feedback Appraisal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AB56A47-F9F8-F885-1A67-12AFF74D4AAB}"/>
              </a:ext>
            </a:extLst>
          </p:cNvPr>
          <p:cNvSpPr txBox="1"/>
          <p:nvPr/>
        </p:nvSpPr>
        <p:spPr>
          <a:xfrm flipH="1">
            <a:off x="11082821" y="4316479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 &amp;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sp>
        <p:nvSpPr>
          <p:cNvPr id="77" name="Pentagon 76">
            <a:extLst>
              <a:ext uri="{FF2B5EF4-FFF2-40B4-BE49-F238E27FC236}">
                <a16:creationId xmlns:a16="http://schemas.microsoft.com/office/drawing/2014/main" id="{929AF2F8-688E-2C24-1288-19F0CFF67CA0}"/>
              </a:ext>
            </a:extLst>
          </p:cNvPr>
          <p:cNvSpPr/>
          <p:nvPr/>
        </p:nvSpPr>
        <p:spPr>
          <a:xfrm>
            <a:off x="11290319" y="4168777"/>
            <a:ext cx="941037" cy="230050"/>
          </a:xfrm>
          <a:prstGeom prst="pentagon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Biographical</a:t>
            </a:r>
          </a:p>
        </p:txBody>
      </p:sp>
      <p:sp>
        <p:nvSpPr>
          <p:cNvPr id="78" name="Pentagon 77">
            <a:extLst>
              <a:ext uri="{FF2B5EF4-FFF2-40B4-BE49-F238E27FC236}">
                <a16:creationId xmlns:a16="http://schemas.microsoft.com/office/drawing/2014/main" id="{CCC8990F-7994-EB17-308A-B9AD8C99F5A2}"/>
              </a:ext>
            </a:extLst>
          </p:cNvPr>
          <p:cNvSpPr/>
          <p:nvPr/>
        </p:nvSpPr>
        <p:spPr>
          <a:xfrm>
            <a:off x="10991679" y="3747680"/>
            <a:ext cx="1029990" cy="230050"/>
          </a:xfrm>
          <a:prstGeom prst="pentagon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Psychological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444BF181-804D-5FB8-DC74-37C29A0C402B}"/>
              </a:ext>
            </a:extLst>
          </p:cNvPr>
          <p:cNvSpPr/>
          <p:nvPr/>
        </p:nvSpPr>
        <p:spPr>
          <a:xfrm>
            <a:off x="10105640" y="6406711"/>
            <a:ext cx="853244" cy="311660"/>
          </a:xfrm>
          <a:prstGeom prst="roundRect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Lived-experience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Participation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F319C85-272F-F669-917B-8972714F54AC}"/>
              </a:ext>
            </a:extLst>
          </p:cNvPr>
          <p:cNvCxnSpPr>
            <a:cxnSpLocks/>
            <a:endCxn id="317" idx="2"/>
          </p:cNvCxnSpPr>
          <p:nvPr/>
        </p:nvCxnSpPr>
        <p:spPr>
          <a:xfrm flipH="1" flipV="1">
            <a:off x="10531214" y="6109746"/>
            <a:ext cx="1048" cy="296965"/>
          </a:xfrm>
          <a:prstGeom prst="straightConnector1">
            <a:avLst/>
          </a:prstGeom>
          <a:ln w="19050">
            <a:solidFill>
              <a:schemeClr val="bg2">
                <a:lumMod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86ECEF7D-6C1A-BB7C-26EB-646C86D8D10C}"/>
              </a:ext>
            </a:extLst>
          </p:cNvPr>
          <p:cNvSpPr txBox="1"/>
          <p:nvPr/>
        </p:nvSpPr>
        <p:spPr>
          <a:xfrm>
            <a:off x="10469760" y="6186997"/>
            <a:ext cx="57283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experience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B375F7C-BEFB-40E7-AB7B-9D253C7EEF3E}"/>
              </a:ext>
            </a:extLst>
          </p:cNvPr>
          <p:cNvSpPr txBox="1"/>
          <p:nvPr/>
        </p:nvSpPr>
        <p:spPr>
          <a:xfrm rot="5400000">
            <a:off x="10877665" y="6060300"/>
            <a:ext cx="5856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bearer of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EBF8E5C-DB1E-1158-28D6-3C78FCB10B00}"/>
              </a:ext>
            </a:extLst>
          </p:cNvPr>
          <p:cNvSpPr txBox="1"/>
          <p:nvPr/>
        </p:nvSpPr>
        <p:spPr>
          <a:xfrm flipH="1">
            <a:off x="11081293" y="3973086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Is_</a:t>
            </a: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&amp;</a:t>
            </a:r>
            <a:b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02E10D9-462D-40B4-6208-05E7C2CCCDA1}"/>
              </a:ext>
            </a:extLst>
          </p:cNvPr>
          <p:cNvSpPr txBox="1"/>
          <p:nvPr/>
        </p:nvSpPr>
        <p:spPr>
          <a:xfrm flipH="1">
            <a:off x="9502395" y="4111173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 &amp;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2DA03411-CA7E-AF75-28D5-9C82C912F068}"/>
              </a:ext>
            </a:extLst>
          </p:cNvPr>
          <p:cNvCxnSpPr>
            <a:cxnSpLocks/>
            <a:stCxn id="78" idx="2"/>
          </p:cNvCxnSpPr>
          <p:nvPr/>
        </p:nvCxnSpPr>
        <p:spPr>
          <a:xfrm flipH="1">
            <a:off x="11004935" y="3977729"/>
            <a:ext cx="183455" cy="276022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0F332740-8A9F-6C9C-AA1B-3DA87B8397C4}"/>
              </a:ext>
            </a:extLst>
          </p:cNvPr>
          <p:cNvCxnSpPr>
            <a:cxnSpLocks/>
            <a:stCxn id="336" idx="1"/>
            <a:endCxn id="256" idx="5"/>
          </p:cNvCxnSpPr>
          <p:nvPr/>
        </p:nvCxnSpPr>
        <p:spPr>
          <a:xfrm flipH="1" flipV="1">
            <a:off x="9525791" y="4678939"/>
            <a:ext cx="551578" cy="97120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4F6DA42C-D929-FDF7-9A0B-E836AD69F12C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747504" y="5586384"/>
            <a:ext cx="14567" cy="644374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4878E646-F862-AAB0-58C2-3DF60F338AF9}"/>
              </a:ext>
            </a:extLst>
          </p:cNvPr>
          <p:cNvCxnSpPr>
            <a:cxnSpLocks/>
            <a:stCxn id="15" idx="2"/>
            <a:endCxn id="14" idx="1"/>
          </p:cNvCxnSpPr>
          <p:nvPr/>
        </p:nvCxnSpPr>
        <p:spPr>
          <a:xfrm>
            <a:off x="6989439" y="6123276"/>
            <a:ext cx="406560" cy="337585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0F0A2832-A16E-D092-54F0-1F7C9CB002A3}"/>
              </a:ext>
            </a:extLst>
          </p:cNvPr>
          <p:cNvCxnSpPr>
            <a:cxnSpLocks/>
            <a:stCxn id="16" idx="2"/>
            <a:endCxn id="14" idx="3"/>
          </p:cNvCxnSpPr>
          <p:nvPr/>
        </p:nvCxnSpPr>
        <p:spPr>
          <a:xfrm flipH="1">
            <a:off x="8099008" y="6130739"/>
            <a:ext cx="298965" cy="330122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A674D6BA-8F72-1A06-08B7-848BFEBE88AE}"/>
              </a:ext>
            </a:extLst>
          </p:cNvPr>
          <p:cNvCxnSpPr>
            <a:cxnSpLocks/>
          </p:cNvCxnSpPr>
          <p:nvPr/>
        </p:nvCxnSpPr>
        <p:spPr>
          <a:xfrm flipH="1">
            <a:off x="9439636" y="3875981"/>
            <a:ext cx="348856" cy="463606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65EFB7A9-9476-5457-4E5E-F43F5F3D6F62}"/>
              </a:ext>
            </a:extLst>
          </p:cNvPr>
          <p:cNvCxnSpPr>
            <a:cxnSpLocks/>
          </p:cNvCxnSpPr>
          <p:nvPr/>
        </p:nvCxnSpPr>
        <p:spPr>
          <a:xfrm flipH="1" flipV="1">
            <a:off x="9225854" y="4711831"/>
            <a:ext cx="9213" cy="509087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9248DA85-74EC-0138-970A-8268C5118E98}"/>
              </a:ext>
            </a:extLst>
          </p:cNvPr>
          <p:cNvCxnSpPr>
            <a:cxnSpLocks/>
          </p:cNvCxnSpPr>
          <p:nvPr/>
        </p:nvCxnSpPr>
        <p:spPr>
          <a:xfrm flipH="1" flipV="1">
            <a:off x="10469760" y="5043195"/>
            <a:ext cx="3179" cy="242954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46BD760B-F85A-1A9F-D244-9381C18D9065}"/>
              </a:ext>
            </a:extLst>
          </p:cNvPr>
          <p:cNvCxnSpPr>
            <a:cxnSpLocks/>
            <a:stCxn id="77" idx="1"/>
          </p:cNvCxnSpPr>
          <p:nvPr/>
        </p:nvCxnSpPr>
        <p:spPr>
          <a:xfrm flipH="1" flipV="1">
            <a:off x="11004935" y="4253751"/>
            <a:ext cx="285385" cy="2897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2607BC3E-3FBB-0505-21D8-F20CB12DB183}"/>
              </a:ext>
            </a:extLst>
          </p:cNvPr>
          <p:cNvCxnSpPr>
            <a:cxnSpLocks/>
            <a:stCxn id="76" idx="1"/>
          </p:cNvCxnSpPr>
          <p:nvPr/>
        </p:nvCxnSpPr>
        <p:spPr>
          <a:xfrm flipH="1" flipV="1">
            <a:off x="11004935" y="4253751"/>
            <a:ext cx="237913" cy="421101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29C1BF6F-B365-589E-88C5-EF9C3ECFDF80}"/>
              </a:ext>
            </a:extLst>
          </p:cNvPr>
          <p:cNvGrpSpPr/>
          <p:nvPr/>
        </p:nvGrpSpPr>
        <p:grpSpPr>
          <a:xfrm>
            <a:off x="11242847" y="4586981"/>
            <a:ext cx="983042" cy="230050"/>
            <a:chOff x="6383129" y="6268973"/>
            <a:chExt cx="983042" cy="230050"/>
          </a:xfrm>
        </p:grpSpPr>
        <p:sp>
          <p:nvSpPr>
            <p:cNvPr id="76" name="Pentagon 75">
              <a:extLst>
                <a:ext uri="{FF2B5EF4-FFF2-40B4-BE49-F238E27FC236}">
                  <a16:creationId xmlns:a16="http://schemas.microsoft.com/office/drawing/2014/main" id="{F41A4D57-2A47-0784-9DB7-F7C0475CDA92}"/>
                </a:ext>
              </a:extLst>
            </p:cNvPr>
            <p:cNvSpPr/>
            <p:nvPr/>
          </p:nvSpPr>
          <p:spPr>
            <a:xfrm>
              <a:off x="6383129" y="6268973"/>
              <a:ext cx="983042" cy="230050"/>
            </a:xfrm>
            <a:prstGeom prst="pentagon">
              <a:avLst/>
            </a:prstGeom>
            <a:solidFill>
              <a:srgbClr val="AA72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Demographic</a:t>
              </a:r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D9D8FEDD-FAFD-3E2D-227B-0FED25A38C20}"/>
                </a:ext>
              </a:extLst>
            </p:cNvPr>
            <p:cNvSpPr/>
            <p:nvPr/>
          </p:nvSpPr>
          <p:spPr>
            <a:xfrm>
              <a:off x="7086250" y="6318209"/>
              <a:ext cx="61656" cy="55183"/>
            </a:xfrm>
            <a:prstGeom prst="ellipse">
              <a:avLst/>
            </a:prstGeom>
            <a:solidFill>
              <a:srgbClr val="AA72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9" name="Flowchart: Data 258">
            <a:extLst>
              <a:ext uri="{FF2B5EF4-FFF2-40B4-BE49-F238E27FC236}">
                <a16:creationId xmlns:a16="http://schemas.microsoft.com/office/drawing/2014/main" id="{CACF4285-A9DC-FA0B-EC6F-5FEED4247558}"/>
              </a:ext>
            </a:extLst>
          </p:cNvPr>
          <p:cNvSpPr/>
          <p:nvPr/>
        </p:nvSpPr>
        <p:spPr>
          <a:xfrm>
            <a:off x="7008164" y="2009926"/>
            <a:ext cx="1179342" cy="278615"/>
          </a:xfrm>
          <a:prstGeom prst="flowChartInputOutput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</a:t>
            </a:r>
            <a:endParaRPr kumimoji="0" lang="en-US" sz="9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D72C09F8-D0E5-FF28-C0F6-3F283F5C5FBD}"/>
              </a:ext>
            </a:extLst>
          </p:cNvPr>
          <p:cNvSpPr/>
          <p:nvPr/>
        </p:nvSpPr>
        <p:spPr>
          <a:xfrm>
            <a:off x="11132455" y="2294955"/>
            <a:ext cx="885762" cy="430961"/>
          </a:xfrm>
          <a:prstGeom prst="roundRect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Context</a:t>
            </a:r>
          </a:p>
        </p:txBody>
      </p: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B3AF7FD0-7754-69F8-69E4-C8B38D5D4A56}"/>
              </a:ext>
            </a:extLst>
          </p:cNvPr>
          <p:cNvCxnSpPr>
            <a:cxnSpLocks/>
            <a:stCxn id="259" idx="3"/>
            <a:endCxn id="63" idx="7"/>
          </p:cNvCxnSpPr>
          <p:nvPr/>
        </p:nvCxnSpPr>
        <p:spPr>
          <a:xfrm flipH="1">
            <a:off x="6852628" y="2288541"/>
            <a:ext cx="627273" cy="5940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Pentagon 282">
            <a:extLst>
              <a:ext uri="{FF2B5EF4-FFF2-40B4-BE49-F238E27FC236}">
                <a16:creationId xmlns:a16="http://schemas.microsoft.com/office/drawing/2014/main" id="{081BD847-DFAC-9B78-B605-4E09B1258B09}"/>
              </a:ext>
            </a:extLst>
          </p:cNvPr>
          <p:cNvSpPr/>
          <p:nvPr/>
        </p:nvSpPr>
        <p:spPr>
          <a:xfrm>
            <a:off x="10105640" y="1853072"/>
            <a:ext cx="1064865" cy="450867"/>
          </a:xfrm>
          <a:prstGeom prst="pentagon">
            <a:avLst/>
          </a:prstGeom>
          <a:solidFill>
            <a:srgbClr val="7698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Distal Contextual 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Factors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Pentagon 281">
            <a:extLst>
              <a:ext uri="{FF2B5EF4-FFF2-40B4-BE49-F238E27FC236}">
                <a16:creationId xmlns:a16="http://schemas.microsoft.com/office/drawing/2014/main" id="{DA06C7CA-E75E-C653-0202-C4784F2122B1}"/>
              </a:ext>
            </a:extLst>
          </p:cNvPr>
          <p:cNvSpPr/>
          <p:nvPr/>
        </p:nvSpPr>
        <p:spPr>
          <a:xfrm>
            <a:off x="10124157" y="2637975"/>
            <a:ext cx="950955" cy="466136"/>
          </a:xfrm>
          <a:prstGeom prst="pentagon">
            <a:avLst/>
          </a:prstGeom>
          <a:solidFill>
            <a:srgbClr val="7698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Proximal Contextual factors</a:t>
            </a:r>
          </a:p>
        </p:txBody>
      </p: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F799A93B-768F-9642-C36B-D699F3A7E9FE}"/>
              </a:ext>
            </a:extLst>
          </p:cNvPr>
          <p:cNvCxnSpPr>
            <a:cxnSpLocks/>
            <a:stCxn id="265" idx="0"/>
            <a:endCxn id="281" idx="3"/>
          </p:cNvCxnSpPr>
          <p:nvPr/>
        </p:nvCxnSpPr>
        <p:spPr>
          <a:xfrm flipV="1">
            <a:off x="9225854" y="2805024"/>
            <a:ext cx="26011" cy="1449774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TextBox 435">
            <a:extLst>
              <a:ext uri="{FF2B5EF4-FFF2-40B4-BE49-F238E27FC236}">
                <a16:creationId xmlns:a16="http://schemas.microsoft.com/office/drawing/2014/main" id="{FC61AAA3-B233-8A78-1569-513CEC98B090}"/>
              </a:ext>
            </a:extLst>
          </p:cNvPr>
          <p:cNvSpPr txBox="1"/>
          <p:nvPr/>
        </p:nvSpPr>
        <p:spPr>
          <a:xfrm flipH="1">
            <a:off x="8720628" y="3041436"/>
            <a:ext cx="64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46BBB991-0C2C-E0AC-D65C-FC3B66229757}"/>
              </a:ext>
            </a:extLst>
          </p:cNvPr>
          <p:cNvCxnSpPr>
            <a:cxnSpLocks/>
            <a:stCxn id="263" idx="2"/>
            <a:endCxn id="63" idx="5"/>
          </p:cNvCxnSpPr>
          <p:nvPr/>
        </p:nvCxnSpPr>
        <p:spPr>
          <a:xfrm flipH="1" flipV="1">
            <a:off x="6852628" y="3642059"/>
            <a:ext cx="340506" cy="2374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0" name="Oval 519">
            <a:extLst>
              <a:ext uri="{FF2B5EF4-FFF2-40B4-BE49-F238E27FC236}">
                <a16:creationId xmlns:a16="http://schemas.microsoft.com/office/drawing/2014/main" id="{5FAA3656-CE77-AF9F-4A31-472560B03576}"/>
              </a:ext>
            </a:extLst>
          </p:cNvPr>
          <p:cNvSpPr/>
          <p:nvPr/>
        </p:nvSpPr>
        <p:spPr>
          <a:xfrm>
            <a:off x="4205007" y="1918127"/>
            <a:ext cx="117067" cy="10753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9" name="Oval 518">
            <a:extLst>
              <a:ext uri="{FF2B5EF4-FFF2-40B4-BE49-F238E27FC236}">
                <a16:creationId xmlns:a16="http://schemas.microsoft.com/office/drawing/2014/main" id="{71CAF9AE-EFF8-496B-E644-13F040944A35}"/>
              </a:ext>
            </a:extLst>
          </p:cNvPr>
          <p:cNvSpPr/>
          <p:nvPr/>
        </p:nvSpPr>
        <p:spPr>
          <a:xfrm>
            <a:off x="4042708" y="2283493"/>
            <a:ext cx="117067" cy="10753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106FD92E-AA1D-4F2E-F0D0-371B77510AA7}"/>
              </a:ext>
            </a:extLst>
          </p:cNvPr>
          <p:cNvGrpSpPr/>
          <p:nvPr/>
        </p:nvGrpSpPr>
        <p:grpSpPr>
          <a:xfrm>
            <a:off x="4023914" y="1946734"/>
            <a:ext cx="1437349" cy="414800"/>
            <a:chOff x="3785616" y="2074858"/>
            <a:chExt cx="1437349" cy="414800"/>
          </a:xfrm>
        </p:grpSpPr>
        <p:sp>
          <p:nvSpPr>
            <p:cNvPr id="226" name="Flowchart: Data 225">
              <a:extLst>
                <a:ext uri="{FF2B5EF4-FFF2-40B4-BE49-F238E27FC236}">
                  <a16:creationId xmlns:a16="http://schemas.microsoft.com/office/drawing/2014/main" id="{BC34A00B-5A71-5620-6652-EBB647D46C84}"/>
                </a:ext>
              </a:extLst>
            </p:cNvPr>
            <p:cNvSpPr/>
            <p:nvPr/>
          </p:nvSpPr>
          <p:spPr>
            <a:xfrm>
              <a:off x="3785616" y="2074858"/>
              <a:ext cx="1437349" cy="414800"/>
            </a:xfrm>
            <a:prstGeom prst="flowChartInputOutput">
              <a:avLst/>
            </a:prstGeom>
            <a:solidFill>
              <a:srgbClr val="C6645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FEEDBACK</a:t>
              </a:r>
              <a:endParaRPr kumimoji="0" lang="en-US" sz="800" b="1" i="0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6611A04B-0378-A303-432B-C2E33E92D0D8}"/>
                </a:ext>
              </a:extLst>
            </p:cNvPr>
            <p:cNvSpPr/>
            <p:nvPr/>
          </p:nvSpPr>
          <p:spPr>
            <a:xfrm>
              <a:off x="4782257" y="2364768"/>
              <a:ext cx="117067" cy="107530"/>
            </a:xfrm>
            <a:prstGeom prst="ellipse">
              <a:avLst/>
            </a:prstGeom>
            <a:solidFill>
              <a:srgbClr val="C664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Oval 62">
            <a:extLst>
              <a:ext uri="{FF2B5EF4-FFF2-40B4-BE49-F238E27FC236}">
                <a16:creationId xmlns:a16="http://schemas.microsoft.com/office/drawing/2014/main" id="{FD607756-3CB8-E6FF-E3DD-7DC465AF182E}"/>
              </a:ext>
            </a:extLst>
          </p:cNvPr>
          <p:cNvSpPr/>
          <p:nvPr/>
        </p:nvSpPr>
        <p:spPr>
          <a:xfrm>
            <a:off x="5047527" y="2725294"/>
            <a:ext cx="2114807" cy="107405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u="sng">
                <a:solidFill>
                  <a:prstClr val="black"/>
                </a:solidFill>
                <a:latin typeface="Calibri" panose="020F0502020204030204"/>
              </a:rPr>
              <a:t>Ecological</a:t>
            </a:r>
            <a:r>
              <a:rPr kumimoji="0" lang="en-US" sz="1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Mental Functioning Ontology</a:t>
            </a:r>
          </a:p>
        </p:txBody>
      </p:sp>
      <p:cxnSp>
        <p:nvCxnSpPr>
          <p:cNvPr id="532" name="Straight Arrow Connector 531">
            <a:extLst>
              <a:ext uri="{FF2B5EF4-FFF2-40B4-BE49-F238E27FC236}">
                <a16:creationId xmlns:a16="http://schemas.microsoft.com/office/drawing/2014/main" id="{9F007260-ABB1-7734-98C5-D50B51D3CBB9}"/>
              </a:ext>
            </a:extLst>
          </p:cNvPr>
          <p:cNvCxnSpPr>
            <a:cxnSpLocks/>
            <a:stCxn id="255" idx="0"/>
          </p:cNvCxnSpPr>
          <p:nvPr/>
        </p:nvCxnSpPr>
        <p:spPr>
          <a:xfrm flipH="1" flipV="1">
            <a:off x="9117885" y="3606955"/>
            <a:ext cx="1335" cy="6755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4" name="TextBox 553">
            <a:extLst>
              <a:ext uri="{FF2B5EF4-FFF2-40B4-BE49-F238E27FC236}">
                <a16:creationId xmlns:a16="http://schemas.microsoft.com/office/drawing/2014/main" id="{C8F8E697-DD8D-8855-D6CF-FC3F68C67D60}"/>
              </a:ext>
            </a:extLst>
          </p:cNvPr>
          <p:cNvSpPr txBox="1"/>
          <p:nvPr/>
        </p:nvSpPr>
        <p:spPr>
          <a:xfrm flipH="1">
            <a:off x="4975929" y="2650774"/>
            <a:ext cx="575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5" name="TextBox 554">
            <a:extLst>
              <a:ext uri="{FF2B5EF4-FFF2-40B4-BE49-F238E27FC236}">
                <a16:creationId xmlns:a16="http://schemas.microsoft.com/office/drawing/2014/main" id="{90AD1C93-7E51-DE54-FAD3-F3EED3DAB3F1}"/>
              </a:ext>
            </a:extLst>
          </p:cNvPr>
          <p:cNvSpPr txBox="1"/>
          <p:nvPr/>
        </p:nvSpPr>
        <p:spPr>
          <a:xfrm flipH="1">
            <a:off x="7032203" y="3513298"/>
            <a:ext cx="575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73" name="Group 572">
            <a:extLst>
              <a:ext uri="{FF2B5EF4-FFF2-40B4-BE49-F238E27FC236}">
                <a16:creationId xmlns:a16="http://schemas.microsoft.com/office/drawing/2014/main" id="{23221ECF-8947-F883-AB0D-EECCDB7AA58E}"/>
              </a:ext>
            </a:extLst>
          </p:cNvPr>
          <p:cNvGrpSpPr/>
          <p:nvPr/>
        </p:nvGrpSpPr>
        <p:grpSpPr>
          <a:xfrm>
            <a:off x="9373855" y="3485953"/>
            <a:ext cx="1110157" cy="392359"/>
            <a:chOff x="8913252" y="3638353"/>
            <a:chExt cx="1110157" cy="392359"/>
          </a:xfrm>
        </p:grpSpPr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B1F74157-0FCD-FD87-4503-84D674C77175}"/>
                </a:ext>
              </a:extLst>
            </p:cNvPr>
            <p:cNvSpPr/>
            <p:nvPr/>
          </p:nvSpPr>
          <p:spPr>
            <a:xfrm>
              <a:off x="8913252" y="3638353"/>
              <a:ext cx="1110157" cy="39235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sng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Health Condition Factors</a:t>
              </a:r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0AFB9A02-3327-739D-9E94-D8BDE400BEF7}"/>
                </a:ext>
              </a:extLst>
            </p:cNvPr>
            <p:cNvSpPr/>
            <p:nvPr/>
          </p:nvSpPr>
          <p:spPr>
            <a:xfrm>
              <a:off x="9283989" y="3977284"/>
              <a:ext cx="67949" cy="5109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81" name="Straight Arrow Connector 580">
            <a:extLst>
              <a:ext uri="{FF2B5EF4-FFF2-40B4-BE49-F238E27FC236}">
                <a16:creationId xmlns:a16="http://schemas.microsoft.com/office/drawing/2014/main" id="{4D8690E8-6DB2-D690-1677-453B6A7F33A0}"/>
              </a:ext>
            </a:extLst>
          </p:cNvPr>
          <p:cNvCxnSpPr>
            <a:cxnSpLocks/>
            <a:endCxn id="263" idx="1"/>
          </p:cNvCxnSpPr>
          <p:nvPr/>
        </p:nvCxnSpPr>
        <p:spPr>
          <a:xfrm>
            <a:off x="7830049" y="2283493"/>
            <a:ext cx="26011" cy="14211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2" name="TextBox 491">
            <a:extLst>
              <a:ext uri="{FF2B5EF4-FFF2-40B4-BE49-F238E27FC236}">
                <a16:creationId xmlns:a16="http://schemas.microsoft.com/office/drawing/2014/main" id="{E8A095E8-C347-24CA-F48B-1EB14244CFB9}"/>
              </a:ext>
            </a:extLst>
          </p:cNvPr>
          <p:cNvSpPr txBox="1"/>
          <p:nvPr/>
        </p:nvSpPr>
        <p:spPr>
          <a:xfrm flipH="1">
            <a:off x="7394404" y="5662590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 &amp;</a:t>
            </a:r>
            <a:b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2" name="Oval 511">
            <a:extLst>
              <a:ext uri="{FF2B5EF4-FFF2-40B4-BE49-F238E27FC236}">
                <a16:creationId xmlns:a16="http://schemas.microsoft.com/office/drawing/2014/main" id="{512B4E47-0F93-32A5-0DE2-700E5FE84454}"/>
              </a:ext>
            </a:extLst>
          </p:cNvPr>
          <p:cNvSpPr/>
          <p:nvPr/>
        </p:nvSpPr>
        <p:spPr>
          <a:xfrm>
            <a:off x="8468592" y="5247149"/>
            <a:ext cx="149132" cy="13656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2" name="Connector: Elbow 571">
            <a:extLst>
              <a:ext uri="{FF2B5EF4-FFF2-40B4-BE49-F238E27FC236}">
                <a16:creationId xmlns:a16="http://schemas.microsoft.com/office/drawing/2014/main" id="{D9EA0A29-42D4-0F78-149A-D60F6C2967DB}"/>
              </a:ext>
            </a:extLst>
          </p:cNvPr>
          <p:cNvCxnSpPr>
            <a:cxnSpLocks/>
            <a:endCxn id="84" idx="3"/>
          </p:cNvCxnSpPr>
          <p:nvPr/>
        </p:nvCxnSpPr>
        <p:spPr>
          <a:xfrm>
            <a:off x="10861016" y="4474523"/>
            <a:ext cx="97868" cy="2088018"/>
          </a:xfrm>
          <a:prstGeom prst="bentConnector3">
            <a:avLst>
              <a:gd name="adj1" fmla="val 239678"/>
            </a:avLst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55A12EDD-D913-FC0C-A06B-70CC91B30C6A}"/>
              </a:ext>
            </a:extLst>
          </p:cNvPr>
          <p:cNvSpPr txBox="1"/>
          <p:nvPr/>
        </p:nvSpPr>
        <p:spPr>
          <a:xfrm flipH="1">
            <a:off x="6763348" y="6200027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_</a:t>
            </a: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&amp;</a:t>
            </a:r>
            <a:b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 of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22D2495D-EF82-07AF-B8BA-837AC2C11F56}"/>
              </a:ext>
            </a:extLst>
          </p:cNvPr>
          <p:cNvSpPr txBox="1"/>
          <p:nvPr/>
        </p:nvSpPr>
        <p:spPr>
          <a:xfrm>
            <a:off x="7739515" y="2571117"/>
            <a:ext cx="763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>
                <a:latin typeface="Calibri" panose="020F0502020204030204"/>
              </a:rPr>
              <a:t>processed_by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A931B78E-897D-EC74-CE47-AA76533BA656}"/>
              </a:ext>
            </a:extLst>
          </p:cNvPr>
          <p:cNvGrpSpPr/>
          <p:nvPr/>
        </p:nvGrpSpPr>
        <p:grpSpPr>
          <a:xfrm>
            <a:off x="8783871" y="4254798"/>
            <a:ext cx="883966" cy="457033"/>
            <a:chOff x="8323268" y="4407198"/>
            <a:chExt cx="883966" cy="457033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620FAFC3-DE3C-869C-13D6-52FCC5A5A9A6}"/>
                </a:ext>
              </a:extLst>
            </p:cNvPr>
            <p:cNvGrpSpPr/>
            <p:nvPr/>
          </p:nvGrpSpPr>
          <p:grpSpPr>
            <a:xfrm>
              <a:off x="8323268" y="4407198"/>
              <a:ext cx="883966" cy="457033"/>
              <a:chOff x="8323268" y="4407198"/>
              <a:chExt cx="883966" cy="457033"/>
            </a:xfrm>
          </p:grpSpPr>
          <p:grpSp>
            <p:nvGrpSpPr>
              <p:cNvPr id="580" name="Group 579">
                <a:extLst>
                  <a:ext uri="{FF2B5EF4-FFF2-40B4-BE49-F238E27FC236}">
                    <a16:creationId xmlns:a16="http://schemas.microsoft.com/office/drawing/2014/main" id="{39A54CAC-BB1B-F90B-12E5-CFDE3BA28230}"/>
                  </a:ext>
                </a:extLst>
              </p:cNvPr>
              <p:cNvGrpSpPr/>
              <p:nvPr/>
            </p:nvGrpSpPr>
            <p:grpSpPr>
              <a:xfrm>
                <a:off x="8323268" y="4407198"/>
                <a:ext cx="883966" cy="457033"/>
                <a:chOff x="8310285" y="4576977"/>
                <a:chExt cx="883966" cy="457033"/>
              </a:xfrm>
            </p:grpSpPr>
            <p:grpSp>
              <p:nvGrpSpPr>
                <p:cNvPr id="577" name="Group 576">
                  <a:extLst>
                    <a:ext uri="{FF2B5EF4-FFF2-40B4-BE49-F238E27FC236}">
                      <a16:creationId xmlns:a16="http://schemas.microsoft.com/office/drawing/2014/main" id="{98456797-5645-4EE1-EA25-C364B71DBF78}"/>
                    </a:ext>
                  </a:extLst>
                </p:cNvPr>
                <p:cNvGrpSpPr/>
                <p:nvPr/>
              </p:nvGrpSpPr>
              <p:grpSpPr>
                <a:xfrm>
                  <a:off x="8310285" y="4576977"/>
                  <a:ext cx="883966" cy="457033"/>
                  <a:chOff x="8310285" y="4576977"/>
                  <a:chExt cx="883966" cy="457033"/>
                </a:xfrm>
              </p:grpSpPr>
              <p:grpSp>
                <p:nvGrpSpPr>
                  <p:cNvPr id="574" name="Group 573">
                    <a:extLst>
                      <a:ext uri="{FF2B5EF4-FFF2-40B4-BE49-F238E27FC236}">
                        <a16:creationId xmlns:a16="http://schemas.microsoft.com/office/drawing/2014/main" id="{BD4BEB2C-58B4-1C46-8840-5538B75EA6C8}"/>
                      </a:ext>
                    </a:extLst>
                  </p:cNvPr>
                  <p:cNvGrpSpPr/>
                  <p:nvPr/>
                </p:nvGrpSpPr>
                <p:grpSpPr>
                  <a:xfrm>
                    <a:off x="8310285" y="4576977"/>
                    <a:ext cx="883966" cy="457033"/>
                    <a:chOff x="8310285" y="4576977"/>
                    <a:chExt cx="883966" cy="457033"/>
                  </a:xfrm>
                </p:grpSpPr>
                <p:sp>
                  <p:nvSpPr>
                    <p:cNvPr id="265" name="Pentagon 264">
                      <a:extLst>
                        <a:ext uri="{FF2B5EF4-FFF2-40B4-BE49-F238E27FC236}">
                          <a16:creationId xmlns:a16="http://schemas.microsoft.com/office/drawing/2014/main" id="{71B6D66E-2A6F-FB08-0A1C-AE07F6982D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10285" y="4576977"/>
                      <a:ext cx="883966" cy="457033"/>
                    </a:xfrm>
                    <a:prstGeom prst="pentagon">
                      <a:avLst/>
                    </a:prstGeom>
                    <a:solidFill>
                      <a:srgbClr val="7030A0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Person Factors</a:t>
                      </a:r>
                    </a:p>
                  </p:txBody>
                </p:sp>
                <p:sp>
                  <p:nvSpPr>
                    <p:cNvPr id="569" name="Oval 568">
                      <a:extLst>
                        <a:ext uri="{FF2B5EF4-FFF2-40B4-BE49-F238E27FC236}">
                          <a16:creationId xmlns:a16="http://schemas.microsoft.com/office/drawing/2014/main" id="{8E351EFF-79FA-FE28-D1FC-041C0C7A9D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9890" y="4646985"/>
                      <a:ext cx="89315" cy="100933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575" name="Rectangle 574">
                    <a:extLst>
                      <a:ext uri="{FF2B5EF4-FFF2-40B4-BE49-F238E27FC236}">
                        <a16:creationId xmlns:a16="http://schemas.microsoft.com/office/drawing/2014/main" id="{402392B1-C2EE-9798-A3C4-48932E3E64FC}"/>
                      </a:ext>
                    </a:extLst>
                  </p:cNvPr>
                  <p:cNvSpPr/>
                  <p:nvPr/>
                </p:nvSpPr>
                <p:spPr>
                  <a:xfrm>
                    <a:off x="9126995" y="4747828"/>
                    <a:ext cx="67053" cy="1450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578" name="Oval 577">
                  <a:extLst>
                    <a:ext uri="{FF2B5EF4-FFF2-40B4-BE49-F238E27FC236}">
                      <a16:creationId xmlns:a16="http://schemas.microsoft.com/office/drawing/2014/main" id="{2CD6DB43-FC7C-4E4A-35FE-09FF242BB882}"/>
                    </a:ext>
                  </a:extLst>
                </p:cNvPr>
                <p:cNvSpPr/>
                <p:nvPr/>
              </p:nvSpPr>
              <p:spPr>
                <a:xfrm>
                  <a:off x="8363002" y="4809483"/>
                  <a:ext cx="103329" cy="8338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B7342E2A-D772-B3BA-7210-E614795D72B7}"/>
                  </a:ext>
                </a:extLst>
              </p:cNvPr>
              <p:cNvSpPr/>
              <p:nvPr/>
            </p:nvSpPr>
            <p:spPr>
              <a:xfrm>
                <a:off x="8523708" y="4488688"/>
                <a:ext cx="100943" cy="84097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EA1472BA-BF2C-1074-137C-5D96A8429C54}"/>
                </a:ext>
              </a:extLst>
            </p:cNvPr>
            <p:cNvSpPr/>
            <p:nvPr/>
          </p:nvSpPr>
          <p:spPr>
            <a:xfrm>
              <a:off x="8380238" y="4637689"/>
              <a:ext cx="130915" cy="824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0" name="TextBox 219">
            <a:extLst>
              <a:ext uri="{FF2B5EF4-FFF2-40B4-BE49-F238E27FC236}">
                <a16:creationId xmlns:a16="http://schemas.microsoft.com/office/drawing/2014/main" id="{620B43DC-E179-BE79-3519-839515775880}"/>
              </a:ext>
            </a:extLst>
          </p:cNvPr>
          <p:cNvSpPr txBox="1"/>
          <p:nvPr/>
        </p:nvSpPr>
        <p:spPr>
          <a:xfrm flipH="1">
            <a:off x="10131774" y="5087229"/>
            <a:ext cx="4238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" dirty="0">
                <a:solidFill>
                  <a:prstClr val="black"/>
                </a:solidFill>
                <a:latin typeface="Calibri" panose="020F0502020204030204"/>
              </a:rPr>
              <a:t>is_a &amp;</a:t>
            </a:r>
            <a:br>
              <a:rPr lang="en-US" sz="4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sz="400" dirty="0" err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7D7656AD-EF02-2DE4-B2B2-CDE6AADA7236}"/>
              </a:ext>
            </a:extLst>
          </p:cNvPr>
          <p:cNvCxnSpPr>
            <a:cxnSpLocks/>
          </p:cNvCxnSpPr>
          <p:nvPr/>
        </p:nvCxnSpPr>
        <p:spPr>
          <a:xfrm>
            <a:off x="8203623" y="5417107"/>
            <a:ext cx="604307" cy="4990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TextBox 235">
            <a:extLst>
              <a:ext uri="{FF2B5EF4-FFF2-40B4-BE49-F238E27FC236}">
                <a16:creationId xmlns:a16="http://schemas.microsoft.com/office/drawing/2014/main" id="{A85A7DD9-C059-C8E6-1406-D7BB5340BCD6}"/>
              </a:ext>
            </a:extLst>
          </p:cNvPr>
          <p:cNvSpPr txBox="1"/>
          <p:nvPr/>
        </p:nvSpPr>
        <p:spPr>
          <a:xfrm flipH="1">
            <a:off x="8318560" y="5169154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 &amp;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107AF8A7-536D-0101-6190-3EE21C889987}"/>
              </a:ext>
            </a:extLst>
          </p:cNvPr>
          <p:cNvSpPr/>
          <p:nvPr/>
        </p:nvSpPr>
        <p:spPr>
          <a:xfrm>
            <a:off x="6185066" y="4783619"/>
            <a:ext cx="892854" cy="349372"/>
          </a:xfrm>
          <a:prstGeom prst="pentagon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Mental Activity Limitations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D677222-98EE-A02A-CB9E-B5168054FB80}"/>
              </a:ext>
            </a:extLst>
          </p:cNvPr>
          <p:cNvCxnSpPr>
            <a:cxnSpLocks/>
            <a:stCxn id="227" idx="2"/>
            <a:endCxn id="226" idx="0"/>
          </p:cNvCxnSpPr>
          <p:nvPr/>
        </p:nvCxnSpPr>
        <p:spPr>
          <a:xfrm flipH="1">
            <a:off x="4886323" y="1578074"/>
            <a:ext cx="559077" cy="368660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468706B-99CE-E83D-53E7-ACC0DE7D8A18}"/>
              </a:ext>
            </a:extLst>
          </p:cNvPr>
          <p:cNvSpPr txBox="1"/>
          <p:nvPr/>
        </p:nvSpPr>
        <p:spPr>
          <a:xfrm flipH="1">
            <a:off x="4621950" y="1622099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A95BAE3-FF45-2271-3821-8330B1AB66A4}"/>
              </a:ext>
            </a:extLst>
          </p:cNvPr>
          <p:cNvCxnSpPr>
            <a:cxnSpLocks/>
            <a:stCxn id="228" idx="2"/>
            <a:endCxn id="226" idx="1"/>
          </p:cNvCxnSpPr>
          <p:nvPr/>
        </p:nvCxnSpPr>
        <p:spPr>
          <a:xfrm>
            <a:off x="4402463" y="1569970"/>
            <a:ext cx="340126" cy="376764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E3B8FA-3999-F0A9-2F87-A38FE545E2C3}"/>
              </a:ext>
            </a:extLst>
          </p:cNvPr>
          <p:cNvSpPr txBox="1"/>
          <p:nvPr/>
        </p:nvSpPr>
        <p:spPr>
          <a:xfrm flipH="1">
            <a:off x="9020150" y="980584"/>
            <a:ext cx="424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err="1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56E762-3A7C-5983-D856-447639985494}"/>
              </a:ext>
            </a:extLst>
          </p:cNvPr>
          <p:cNvSpPr txBox="1"/>
          <p:nvPr/>
        </p:nvSpPr>
        <p:spPr>
          <a:xfrm rot="757109">
            <a:off x="8198344" y="5471826"/>
            <a:ext cx="6382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bearer of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B05EF1-1F91-0CF3-D09B-0B984EF22A53}"/>
              </a:ext>
            </a:extLst>
          </p:cNvPr>
          <p:cNvCxnSpPr>
            <a:cxnSpLocks/>
            <a:stCxn id="287" idx="3"/>
          </p:cNvCxnSpPr>
          <p:nvPr/>
        </p:nvCxnSpPr>
        <p:spPr>
          <a:xfrm>
            <a:off x="8584133" y="1102900"/>
            <a:ext cx="676247" cy="193930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EB2DD7-9B7F-E94D-6880-D153FAD376FB}"/>
              </a:ext>
            </a:extLst>
          </p:cNvPr>
          <p:cNvCxnSpPr>
            <a:cxnSpLocks/>
            <a:stCxn id="286" idx="2"/>
          </p:cNvCxnSpPr>
          <p:nvPr/>
        </p:nvCxnSpPr>
        <p:spPr>
          <a:xfrm flipH="1">
            <a:off x="9260380" y="1102900"/>
            <a:ext cx="266749" cy="193930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287B9A-87D4-6DA4-7B02-E27839DC142E}"/>
              </a:ext>
            </a:extLst>
          </p:cNvPr>
          <p:cNvSpPr txBox="1"/>
          <p:nvPr/>
        </p:nvSpPr>
        <p:spPr>
          <a:xfrm flipH="1">
            <a:off x="9509215" y="2725294"/>
            <a:ext cx="766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err="1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5FDD475-7E70-990A-FF1A-856C8D12C01F}"/>
              </a:ext>
            </a:extLst>
          </p:cNvPr>
          <p:cNvCxnSpPr>
            <a:cxnSpLocks/>
            <a:endCxn id="299" idx="5"/>
          </p:cNvCxnSpPr>
          <p:nvPr/>
        </p:nvCxnSpPr>
        <p:spPr>
          <a:xfrm flipH="1" flipV="1">
            <a:off x="9660647" y="2661086"/>
            <a:ext cx="463511" cy="154937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8365867-9188-633B-97D7-F94444C02D1D}"/>
              </a:ext>
            </a:extLst>
          </p:cNvPr>
          <p:cNvCxnSpPr>
            <a:cxnSpLocks/>
            <a:stCxn id="283" idx="2"/>
            <a:endCxn id="329" idx="0"/>
          </p:cNvCxnSpPr>
          <p:nvPr/>
        </p:nvCxnSpPr>
        <p:spPr>
          <a:xfrm flipH="1">
            <a:off x="9610487" y="2303938"/>
            <a:ext cx="698525" cy="168655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7643D9E-2772-46A6-4807-EA7B50243EDB}"/>
              </a:ext>
            </a:extLst>
          </p:cNvPr>
          <p:cNvCxnSpPr>
            <a:cxnSpLocks/>
            <a:stCxn id="12" idx="1"/>
            <a:endCxn id="2" idx="0"/>
          </p:cNvCxnSpPr>
          <p:nvPr/>
        </p:nvCxnSpPr>
        <p:spPr>
          <a:xfrm flipH="1" flipV="1">
            <a:off x="6631493" y="4783619"/>
            <a:ext cx="566319" cy="21142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33BD0EA-E994-DD3D-3D7A-FEC5EE846439}"/>
              </a:ext>
            </a:extLst>
          </p:cNvPr>
          <p:cNvCxnSpPr>
            <a:cxnSpLocks/>
            <a:stCxn id="337" idx="2"/>
            <a:endCxn id="310" idx="7"/>
          </p:cNvCxnSpPr>
          <p:nvPr/>
        </p:nvCxnSpPr>
        <p:spPr>
          <a:xfrm flipH="1" flipV="1">
            <a:off x="8297896" y="4842810"/>
            <a:ext cx="1764396" cy="25548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D7947C8-59A0-23BF-CA02-1C1F677767A8}"/>
              </a:ext>
            </a:extLst>
          </p:cNvPr>
          <p:cNvCxnSpPr>
            <a:cxnSpLocks/>
            <a:stCxn id="545" idx="1"/>
            <a:endCxn id="12" idx="4"/>
          </p:cNvCxnSpPr>
          <p:nvPr/>
        </p:nvCxnSpPr>
        <p:spPr>
          <a:xfrm flipH="1" flipV="1">
            <a:off x="8154258" y="5013171"/>
            <a:ext cx="677744" cy="214442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64961CD8-8CA8-D071-0268-27FD5E296974}"/>
              </a:ext>
            </a:extLst>
          </p:cNvPr>
          <p:cNvGrpSpPr/>
          <p:nvPr/>
        </p:nvGrpSpPr>
        <p:grpSpPr>
          <a:xfrm>
            <a:off x="9566239" y="4602349"/>
            <a:ext cx="1511034" cy="1373866"/>
            <a:chOff x="9566239" y="4754749"/>
            <a:chExt cx="1511034" cy="1373866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1F756DA1-9657-E9A7-A29C-327091F822E9}"/>
                </a:ext>
              </a:extLst>
            </p:cNvPr>
            <p:cNvSpPr txBox="1"/>
            <p:nvPr/>
          </p:nvSpPr>
          <p:spPr>
            <a:xfrm rot="16200000" flipH="1">
              <a:off x="10697578" y="5626667"/>
              <a:ext cx="57472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00">
                  <a:solidFill>
                    <a:prstClr val="black"/>
                  </a:solidFill>
                  <a:latin typeface="Calibri" panose="020F0502020204030204"/>
                </a:rPr>
                <a:t>integrates</a:t>
              </a: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84" name="Connector: Elbow 483">
              <a:extLst>
                <a:ext uri="{FF2B5EF4-FFF2-40B4-BE49-F238E27FC236}">
                  <a16:creationId xmlns:a16="http://schemas.microsoft.com/office/drawing/2014/main" id="{94EE6714-83A6-A583-56D2-1913674A83B0}"/>
                </a:ext>
              </a:extLst>
            </p:cNvPr>
            <p:cNvCxnSpPr>
              <a:cxnSpLocks/>
              <a:stCxn id="317" idx="3"/>
              <a:endCxn id="331" idx="6"/>
            </p:cNvCxnSpPr>
            <p:nvPr/>
          </p:nvCxnSpPr>
          <p:spPr>
            <a:xfrm flipH="1" flipV="1">
              <a:off x="9566239" y="4754749"/>
              <a:ext cx="1251394" cy="1373866"/>
            </a:xfrm>
            <a:prstGeom prst="bentConnector3">
              <a:avLst>
                <a:gd name="adj1" fmla="val -18268"/>
              </a:avLst>
            </a:prstGeom>
            <a:ln w="19050">
              <a:solidFill>
                <a:srgbClr val="7030A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B1555B4E-DA79-CAD7-F79E-70F224E10518}"/>
              </a:ext>
            </a:extLst>
          </p:cNvPr>
          <p:cNvSpPr/>
          <p:nvPr/>
        </p:nvSpPr>
        <p:spPr>
          <a:xfrm>
            <a:off x="10899702" y="3634822"/>
            <a:ext cx="46514" cy="3730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10E05DBB-53DB-AEA6-5D12-8C061A8BBF84}"/>
              </a:ext>
            </a:extLst>
          </p:cNvPr>
          <p:cNvCxnSpPr>
            <a:cxnSpLocks/>
            <a:stCxn id="263" idx="4"/>
            <a:endCxn id="613" idx="3"/>
          </p:cNvCxnSpPr>
          <p:nvPr/>
        </p:nvCxnSpPr>
        <p:spPr>
          <a:xfrm rot="5400000">
            <a:off x="7293299" y="3578580"/>
            <a:ext cx="86957" cy="103856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AF7552-CC8E-4D4C-E592-2812C6D20CB2}"/>
              </a:ext>
            </a:extLst>
          </p:cNvPr>
          <p:cNvSpPr txBox="1"/>
          <p:nvPr/>
        </p:nvSpPr>
        <p:spPr>
          <a:xfrm>
            <a:off x="6037081" y="4268961"/>
            <a:ext cx="592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dirty="0">
                <a:solidFill>
                  <a:prstClr val="black"/>
                </a:solidFill>
                <a:latin typeface="Calibri" panose="020F0502020204030204"/>
              </a:rPr>
              <a:t>Realized-in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06" name="Straight Arrow Connector 605">
            <a:extLst>
              <a:ext uri="{FF2B5EF4-FFF2-40B4-BE49-F238E27FC236}">
                <a16:creationId xmlns:a16="http://schemas.microsoft.com/office/drawing/2014/main" id="{2C300BE8-6BAA-FA67-4294-2EDDAC562D51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6008306" y="4734225"/>
            <a:ext cx="623187" cy="493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" name="TextBox 615">
            <a:extLst>
              <a:ext uri="{FF2B5EF4-FFF2-40B4-BE49-F238E27FC236}">
                <a16:creationId xmlns:a16="http://schemas.microsoft.com/office/drawing/2014/main" id="{788FF328-460E-52B7-C9E4-699750A81B2E}"/>
              </a:ext>
            </a:extLst>
          </p:cNvPr>
          <p:cNvSpPr txBox="1"/>
          <p:nvPr/>
        </p:nvSpPr>
        <p:spPr>
          <a:xfrm>
            <a:off x="7106441" y="4071256"/>
            <a:ext cx="355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</a:p>
        </p:txBody>
      </p:sp>
      <p:sp>
        <p:nvSpPr>
          <p:cNvPr id="198" name="Pentagon 197">
            <a:extLst>
              <a:ext uri="{FF2B5EF4-FFF2-40B4-BE49-F238E27FC236}">
                <a16:creationId xmlns:a16="http://schemas.microsoft.com/office/drawing/2014/main" id="{39611E4B-E392-19AC-EA2F-3E0813D40161}"/>
              </a:ext>
            </a:extLst>
          </p:cNvPr>
          <p:cNvSpPr/>
          <p:nvPr/>
        </p:nvSpPr>
        <p:spPr>
          <a:xfrm rot="195740">
            <a:off x="6552477" y="951952"/>
            <a:ext cx="784905" cy="457970"/>
          </a:xfrm>
          <a:prstGeom prst="pentagon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76" name="Connector: Elbow 275">
            <a:extLst>
              <a:ext uri="{FF2B5EF4-FFF2-40B4-BE49-F238E27FC236}">
                <a16:creationId xmlns:a16="http://schemas.microsoft.com/office/drawing/2014/main" id="{0C03280B-BCF3-3525-20EB-E99FA62A60D0}"/>
              </a:ext>
            </a:extLst>
          </p:cNvPr>
          <p:cNvCxnSpPr>
            <a:cxnSpLocks/>
            <a:endCxn id="654" idx="0"/>
          </p:cNvCxnSpPr>
          <p:nvPr/>
        </p:nvCxnSpPr>
        <p:spPr>
          <a:xfrm rot="16200000" flipH="1">
            <a:off x="9138703" y="5719638"/>
            <a:ext cx="194577" cy="1849"/>
          </a:xfrm>
          <a:prstGeom prst="bentConnector3">
            <a:avLst>
              <a:gd name="adj1" fmla="val 50000"/>
            </a:avLst>
          </a:prstGeom>
          <a:ln w="31750" cmpd="dbl">
            <a:solidFill>
              <a:srgbClr val="F4B1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Pentagon 313">
            <a:extLst>
              <a:ext uri="{FF2B5EF4-FFF2-40B4-BE49-F238E27FC236}">
                <a16:creationId xmlns:a16="http://schemas.microsoft.com/office/drawing/2014/main" id="{3F73B6BB-678F-9608-4FD8-9FDB2B222A15}"/>
              </a:ext>
            </a:extLst>
          </p:cNvPr>
          <p:cNvSpPr/>
          <p:nvPr/>
        </p:nvSpPr>
        <p:spPr>
          <a:xfrm rot="1598455">
            <a:off x="6934081" y="543828"/>
            <a:ext cx="709422" cy="458846"/>
          </a:xfrm>
          <a:prstGeom prst="pentagon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AC76A674-3F61-C721-D044-4DAD74484480}"/>
              </a:ext>
            </a:extLst>
          </p:cNvPr>
          <p:cNvSpPr txBox="1"/>
          <p:nvPr/>
        </p:nvSpPr>
        <p:spPr>
          <a:xfrm>
            <a:off x="6701758" y="987619"/>
            <a:ext cx="745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External Factor</a:t>
            </a:r>
          </a:p>
          <a:p>
            <a:r>
              <a:rPr lang="en-US" sz="800">
                <a:solidFill>
                  <a:schemeClr val="bg1"/>
                </a:solidFill>
              </a:rPr>
              <a:t> Metrics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7F182B72-82D6-F0B1-A17A-CFACCF13EB1F}"/>
              </a:ext>
            </a:extLst>
          </p:cNvPr>
          <p:cNvSpPr txBox="1"/>
          <p:nvPr/>
        </p:nvSpPr>
        <p:spPr>
          <a:xfrm rot="1585024">
            <a:off x="7016203" y="700043"/>
            <a:ext cx="5310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Barriers</a:t>
            </a:r>
          </a:p>
        </p:txBody>
      </p: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E791628D-2693-6E7A-2813-8526ECC6D6DA}"/>
              </a:ext>
            </a:extLst>
          </p:cNvPr>
          <p:cNvCxnSpPr>
            <a:cxnSpLocks/>
            <a:stCxn id="414" idx="0"/>
          </p:cNvCxnSpPr>
          <p:nvPr/>
        </p:nvCxnSpPr>
        <p:spPr>
          <a:xfrm flipH="1" flipV="1">
            <a:off x="7260141" y="1283994"/>
            <a:ext cx="1320300" cy="714606"/>
          </a:xfrm>
          <a:prstGeom prst="straightConnector1">
            <a:avLst/>
          </a:prstGeom>
          <a:ln w="38100" cmpd="dbl">
            <a:solidFill>
              <a:schemeClr val="accent2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Arrow Connector 326">
            <a:extLst>
              <a:ext uri="{FF2B5EF4-FFF2-40B4-BE49-F238E27FC236}">
                <a16:creationId xmlns:a16="http://schemas.microsoft.com/office/drawing/2014/main" id="{1F8EF54B-A8DC-6F01-EC2F-904240426BFC}"/>
              </a:ext>
            </a:extLst>
          </p:cNvPr>
          <p:cNvCxnSpPr>
            <a:cxnSpLocks/>
            <a:stCxn id="314" idx="3"/>
          </p:cNvCxnSpPr>
          <p:nvPr/>
        </p:nvCxnSpPr>
        <p:spPr>
          <a:xfrm flipH="1">
            <a:off x="7125250" y="978317"/>
            <a:ext cx="60669" cy="942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7" name="Rectangle 346">
            <a:extLst>
              <a:ext uri="{FF2B5EF4-FFF2-40B4-BE49-F238E27FC236}">
                <a16:creationId xmlns:a16="http://schemas.microsoft.com/office/drawing/2014/main" id="{90FE219C-79D4-62F1-7361-D9590CF68360}"/>
              </a:ext>
            </a:extLst>
          </p:cNvPr>
          <p:cNvSpPr/>
          <p:nvPr/>
        </p:nvSpPr>
        <p:spPr>
          <a:xfrm>
            <a:off x="1657025" y="102103"/>
            <a:ext cx="1332991" cy="29170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74061571-B373-13CA-24CA-2C44FB72FF57}"/>
              </a:ext>
            </a:extLst>
          </p:cNvPr>
          <p:cNvSpPr/>
          <p:nvPr/>
        </p:nvSpPr>
        <p:spPr>
          <a:xfrm>
            <a:off x="1680385" y="124935"/>
            <a:ext cx="1269521" cy="2836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8B148677-FE3C-B4DD-FFCB-5839E53F8CDC}"/>
              </a:ext>
            </a:extLst>
          </p:cNvPr>
          <p:cNvSpPr/>
          <p:nvPr/>
        </p:nvSpPr>
        <p:spPr>
          <a:xfrm>
            <a:off x="1730554" y="156967"/>
            <a:ext cx="1176394" cy="25632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/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75FBC9D1-7480-E95D-4E90-19FD87B09847}"/>
              </a:ext>
            </a:extLst>
          </p:cNvPr>
          <p:cNvSpPr txBox="1"/>
          <p:nvPr/>
        </p:nvSpPr>
        <p:spPr>
          <a:xfrm>
            <a:off x="1729364" y="2752012"/>
            <a:ext cx="11607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i="1">
                <a:solidFill>
                  <a:schemeClr val="bg1"/>
                </a:solidFill>
              </a:rPr>
              <a:t>relation legend</a:t>
            </a:r>
          </a:p>
        </p:txBody>
      </p:sp>
      <p:cxnSp>
        <p:nvCxnSpPr>
          <p:cNvPr id="351" name="Straight Arrow Connector 350">
            <a:extLst>
              <a:ext uri="{FF2B5EF4-FFF2-40B4-BE49-F238E27FC236}">
                <a16:creationId xmlns:a16="http://schemas.microsoft.com/office/drawing/2014/main" id="{AAF736B4-0A5E-0E14-B919-1C874F6DA9C3}"/>
              </a:ext>
            </a:extLst>
          </p:cNvPr>
          <p:cNvCxnSpPr>
            <a:cxnSpLocks/>
          </p:cNvCxnSpPr>
          <p:nvPr/>
        </p:nvCxnSpPr>
        <p:spPr>
          <a:xfrm flipV="1">
            <a:off x="1934236" y="534518"/>
            <a:ext cx="802317" cy="6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945C7947-B79D-CFF1-0203-228B8A5830DD}"/>
              </a:ext>
            </a:extLst>
          </p:cNvPr>
          <p:cNvCxnSpPr>
            <a:cxnSpLocks/>
          </p:cNvCxnSpPr>
          <p:nvPr/>
        </p:nvCxnSpPr>
        <p:spPr>
          <a:xfrm flipV="1">
            <a:off x="1924865" y="317645"/>
            <a:ext cx="811366" cy="32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Arrow Connector 352">
            <a:extLst>
              <a:ext uri="{FF2B5EF4-FFF2-40B4-BE49-F238E27FC236}">
                <a16:creationId xmlns:a16="http://schemas.microsoft.com/office/drawing/2014/main" id="{DC454860-E5CA-69C2-7D22-86ABD6C6EB21}"/>
              </a:ext>
            </a:extLst>
          </p:cNvPr>
          <p:cNvCxnSpPr>
            <a:cxnSpLocks/>
          </p:cNvCxnSpPr>
          <p:nvPr/>
        </p:nvCxnSpPr>
        <p:spPr>
          <a:xfrm>
            <a:off x="1924865" y="763752"/>
            <a:ext cx="811366" cy="0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Arrow Connector 353">
            <a:extLst>
              <a:ext uri="{FF2B5EF4-FFF2-40B4-BE49-F238E27FC236}">
                <a16:creationId xmlns:a16="http://schemas.microsoft.com/office/drawing/2014/main" id="{A0127177-97D8-34D4-D8B4-D7B6ADE40679}"/>
              </a:ext>
            </a:extLst>
          </p:cNvPr>
          <p:cNvCxnSpPr>
            <a:cxnSpLocks/>
          </p:cNvCxnSpPr>
          <p:nvPr/>
        </p:nvCxnSpPr>
        <p:spPr>
          <a:xfrm>
            <a:off x="1931410" y="967993"/>
            <a:ext cx="801555" cy="0"/>
          </a:xfrm>
          <a:prstGeom prst="straightConnector1">
            <a:avLst/>
          </a:prstGeom>
          <a:ln w="38100" cmpd="dbl">
            <a:solidFill>
              <a:schemeClr val="accent2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Arrow Connector 354">
            <a:extLst>
              <a:ext uri="{FF2B5EF4-FFF2-40B4-BE49-F238E27FC236}">
                <a16:creationId xmlns:a16="http://schemas.microsoft.com/office/drawing/2014/main" id="{AA1980E7-7C9E-5EFF-5936-D73EAF28A2CC}"/>
              </a:ext>
            </a:extLst>
          </p:cNvPr>
          <p:cNvCxnSpPr>
            <a:cxnSpLocks/>
          </p:cNvCxnSpPr>
          <p:nvPr/>
        </p:nvCxnSpPr>
        <p:spPr>
          <a:xfrm>
            <a:off x="1891065" y="1225989"/>
            <a:ext cx="811675" cy="4022"/>
          </a:xfrm>
          <a:prstGeom prst="straightConnector1">
            <a:avLst/>
          </a:prstGeom>
          <a:ln w="38100">
            <a:solidFill>
              <a:srgbClr val="C55A1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5BEEBDF9-8456-98FB-52E6-680373016DAD}"/>
              </a:ext>
            </a:extLst>
          </p:cNvPr>
          <p:cNvCxnSpPr>
            <a:cxnSpLocks/>
          </p:cNvCxnSpPr>
          <p:nvPr/>
        </p:nvCxnSpPr>
        <p:spPr>
          <a:xfrm>
            <a:off x="1909562" y="1698491"/>
            <a:ext cx="795183" cy="0"/>
          </a:xfrm>
          <a:prstGeom prst="straightConnector1">
            <a:avLst/>
          </a:prstGeom>
          <a:ln w="28575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Arrow Connector 357">
            <a:extLst>
              <a:ext uri="{FF2B5EF4-FFF2-40B4-BE49-F238E27FC236}">
                <a16:creationId xmlns:a16="http://schemas.microsoft.com/office/drawing/2014/main" id="{E50448D4-ADFD-1E69-8E39-97F08C84B583}"/>
              </a:ext>
            </a:extLst>
          </p:cNvPr>
          <p:cNvCxnSpPr>
            <a:cxnSpLocks/>
          </p:cNvCxnSpPr>
          <p:nvPr/>
        </p:nvCxnSpPr>
        <p:spPr>
          <a:xfrm>
            <a:off x="1902506" y="2139432"/>
            <a:ext cx="795183" cy="0"/>
          </a:xfrm>
          <a:prstGeom prst="straightConnector1">
            <a:avLst/>
          </a:prstGeom>
          <a:ln w="19050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Arrow Connector 358">
            <a:extLst>
              <a:ext uri="{FF2B5EF4-FFF2-40B4-BE49-F238E27FC236}">
                <a16:creationId xmlns:a16="http://schemas.microsoft.com/office/drawing/2014/main" id="{9E8137C6-694A-8DEE-D56D-216981FF70F4}"/>
              </a:ext>
            </a:extLst>
          </p:cNvPr>
          <p:cNvCxnSpPr>
            <a:cxnSpLocks/>
          </p:cNvCxnSpPr>
          <p:nvPr/>
        </p:nvCxnSpPr>
        <p:spPr>
          <a:xfrm>
            <a:off x="1924031" y="1474593"/>
            <a:ext cx="780714" cy="0"/>
          </a:xfrm>
          <a:prstGeom prst="straightConnector1">
            <a:avLst/>
          </a:prstGeom>
          <a:ln w="127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TextBox 359">
            <a:extLst>
              <a:ext uri="{FF2B5EF4-FFF2-40B4-BE49-F238E27FC236}">
                <a16:creationId xmlns:a16="http://schemas.microsoft.com/office/drawing/2014/main" id="{D4F48C2E-CD77-ABAF-309F-D0E29694E27E}"/>
              </a:ext>
            </a:extLst>
          </p:cNvPr>
          <p:cNvSpPr txBox="1"/>
          <p:nvPr/>
        </p:nvSpPr>
        <p:spPr>
          <a:xfrm>
            <a:off x="1943345" y="353047"/>
            <a:ext cx="8088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92540CB4-E9B3-876C-A8F8-337A01B48846}"/>
              </a:ext>
            </a:extLst>
          </p:cNvPr>
          <p:cNvSpPr txBox="1"/>
          <p:nvPr/>
        </p:nvSpPr>
        <p:spPr>
          <a:xfrm>
            <a:off x="1936669" y="134021"/>
            <a:ext cx="8023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8E5438FF-2AAE-0C6F-7BE2-1E34D40D22EF}"/>
              </a:ext>
            </a:extLst>
          </p:cNvPr>
          <p:cNvSpPr txBox="1"/>
          <p:nvPr/>
        </p:nvSpPr>
        <p:spPr>
          <a:xfrm>
            <a:off x="1941625" y="581983"/>
            <a:ext cx="8088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>
                <a:solidFill>
                  <a:prstClr val="black"/>
                </a:solidFill>
                <a:latin typeface="Calibri" panose="020F0502020204030204"/>
              </a:rPr>
              <a:t>is_a &amp; part_of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E8C81E6C-3D92-0619-CE78-4D411C548DE5}"/>
              </a:ext>
            </a:extLst>
          </p:cNvPr>
          <p:cNvSpPr txBox="1"/>
          <p:nvPr/>
        </p:nvSpPr>
        <p:spPr>
          <a:xfrm>
            <a:off x="1937668" y="789018"/>
            <a:ext cx="7341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>
                <a:solidFill>
                  <a:prstClr val="black"/>
                </a:solidFill>
                <a:latin typeface="Calibri" panose="020F0502020204030204"/>
              </a:rPr>
              <a:t>has-qualifier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6A7BD7F1-80C5-E91C-3B05-B7AE4885894F}"/>
              </a:ext>
            </a:extLst>
          </p:cNvPr>
          <p:cNvSpPr txBox="1"/>
          <p:nvPr/>
        </p:nvSpPr>
        <p:spPr>
          <a:xfrm>
            <a:off x="1917242" y="1051765"/>
            <a:ext cx="8088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AECD04A2-BFC2-4B36-D66F-459687414480}"/>
              </a:ext>
            </a:extLst>
          </p:cNvPr>
          <p:cNvSpPr txBox="1"/>
          <p:nvPr/>
        </p:nvSpPr>
        <p:spPr>
          <a:xfrm>
            <a:off x="1969931" y="1294718"/>
            <a:ext cx="893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dirty="0">
                <a:solidFill>
                  <a:prstClr val="black"/>
                </a:solidFill>
                <a:latin typeface="Calibri" panose="020F0502020204030204"/>
              </a:rPr>
              <a:t>bearer of</a:t>
            </a:r>
            <a:endParaRPr kumimoji="0" lang="en-US" sz="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10D8BA98-CFFE-3B34-F9CC-8613C241B1B9}"/>
              </a:ext>
            </a:extLst>
          </p:cNvPr>
          <p:cNvSpPr txBox="1"/>
          <p:nvPr/>
        </p:nvSpPr>
        <p:spPr>
          <a:xfrm>
            <a:off x="1919192" y="1512802"/>
            <a:ext cx="8088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>
                <a:solidFill>
                  <a:prstClr val="black"/>
                </a:solidFill>
                <a:latin typeface="Calibri" panose="020F0502020204030204"/>
              </a:rPr>
              <a:t>integrates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68982221-A29F-B8C9-B3B1-905D3259828E}"/>
              </a:ext>
            </a:extLst>
          </p:cNvPr>
          <p:cNvSpPr txBox="1"/>
          <p:nvPr/>
        </p:nvSpPr>
        <p:spPr>
          <a:xfrm>
            <a:off x="2098268" y="1955073"/>
            <a:ext cx="755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i="1">
                <a:solidFill>
                  <a:prstClr val="black"/>
                </a:solidFill>
                <a:latin typeface="Calibri" panose="020F0502020204030204"/>
              </a:rPr>
              <a:t>realizes</a:t>
            </a:r>
            <a:endParaRPr kumimoji="0" lang="en-US" sz="7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3860760B-B12E-A921-8419-0F52310653DF}"/>
              </a:ext>
            </a:extLst>
          </p:cNvPr>
          <p:cNvSpPr txBox="1"/>
          <p:nvPr/>
        </p:nvSpPr>
        <p:spPr>
          <a:xfrm>
            <a:off x="1752561" y="2154260"/>
            <a:ext cx="10279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i="1" err="1">
                <a:solidFill>
                  <a:prstClr val="black"/>
                </a:solidFill>
                <a:latin typeface="Calibri" panose="020F0502020204030204"/>
              </a:rPr>
              <a:t>processed_by</a:t>
            </a:r>
            <a:endParaRPr kumimoji="0" lang="en-US" sz="7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0" name="Straight Arrow Connector 369">
            <a:extLst>
              <a:ext uri="{FF2B5EF4-FFF2-40B4-BE49-F238E27FC236}">
                <a16:creationId xmlns:a16="http://schemas.microsoft.com/office/drawing/2014/main" id="{13A2353E-E9BD-9078-AD14-FDC58C29BDAD}"/>
              </a:ext>
            </a:extLst>
          </p:cNvPr>
          <p:cNvCxnSpPr>
            <a:cxnSpLocks/>
          </p:cNvCxnSpPr>
          <p:nvPr/>
        </p:nvCxnSpPr>
        <p:spPr>
          <a:xfrm>
            <a:off x="1887377" y="2318255"/>
            <a:ext cx="79518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54F73B-719C-2412-8A72-0644C001E04B}"/>
              </a:ext>
            </a:extLst>
          </p:cNvPr>
          <p:cNvCxnSpPr>
            <a:cxnSpLocks/>
            <a:endCxn id="76" idx="3"/>
          </p:cNvCxnSpPr>
          <p:nvPr/>
        </p:nvCxnSpPr>
        <p:spPr>
          <a:xfrm flipH="1" flipV="1">
            <a:off x="11734368" y="4817031"/>
            <a:ext cx="9655" cy="223010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entagon 25">
            <a:extLst>
              <a:ext uri="{FF2B5EF4-FFF2-40B4-BE49-F238E27FC236}">
                <a16:creationId xmlns:a16="http://schemas.microsoft.com/office/drawing/2014/main" id="{0ECAC627-AFED-F923-595D-BE3F257F4927}"/>
              </a:ext>
            </a:extLst>
          </p:cNvPr>
          <p:cNvSpPr/>
          <p:nvPr/>
        </p:nvSpPr>
        <p:spPr>
          <a:xfrm>
            <a:off x="11240052" y="5013173"/>
            <a:ext cx="935241" cy="275202"/>
          </a:xfrm>
          <a:prstGeom prst="pentagon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Disability Status</a:t>
            </a:r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770C4AED-1515-738A-630C-0C016AF7BEF3}"/>
              </a:ext>
            </a:extLst>
          </p:cNvPr>
          <p:cNvSpPr/>
          <p:nvPr/>
        </p:nvSpPr>
        <p:spPr>
          <a:xfrm rot="20314477">
            <a:off x="6253307" y="497033"/>
            <a:ext cx="704933" cy="490727"/>
          </a:xfrm>
          <a:prstGeom prst="pentagon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DFBE89-F15F-C9AD-BF63-7B48AC943C06}"/>
              </a:ext>
            </a:extLst>
          </p:cNvPr>
          <p:cNvSpPr txBox="1"/>
          <p:nvPr/>
        </p:nvSpPr>
        <p:spPr>
          <a:xfrm rot="20506164">
            <a:off x="6277188" y="673441"/>
            <a:ext cx="6880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Facilitators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E87A898-B3F8-84FE-75AA-8213780C661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695403" y="970804"/>
            <a:ext cx="57021" cy="558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0172CB2-5072-6A97-CF56-751473B25C57}"/>
              </a:ext>
            </a:extLst>
          </p:cNvPr>
          <p:cNvSpPr txBox="1"/>
          <p:nvPr/>
        </p:nvSpPr>
        <p:spPr>
          <a:xfrm rot="1600561">
            <a:off x="7119930" y="1444322"/>
            <a:ext cx="93046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prstClr val="black"/>
                </a:solidFill>
                <a:latin typeface="Calibri" panose="020F0502020204030204"/>
              </a:rPr>
              <a:t>has -qualifier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9683B49-8CDC-6BBA-7B82-E8BB32080917}"/>
              </a:ext>
            </a:extLst>
          </p:cNvPr>
          <p:cNvSpPr txBox="1"/>
          <p:nvPr/>
        </p:nvSpPr>
        <p:spPr>
          <a:xfrm>
            <a:off x="8416794" y="4666838"/>
            <a:ext cx="6382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bearer of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875BEF5-4590-E4E7-FE77-CA96643D8398}"/>
              </a:ext>
            </a:extLst>
          </p:cNvPr>
          <p:cNvSpPr txBox="1"/>
          <p:nvPr/>
        </p:nvSpPr>
        <p:spPr>
          <a:xfrm>
            <a:off x="6459668" y="4581345"/>
            <a:ext cx="6382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bearer of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EA30FF88-70A0-DD78-5FA2-1EF908E95D0F}"/>
              </a:ext>
            </a:extLst>
          </p:cNvPr>
          <p:cNvCxnSpPr>
            <a:cxnSpLocks/>
            <a:stCxn id="317" idx="1"/>
          </p:cNvCxnSpPr>
          <p:nvPr/>
        </p:nvCxnSpPr>
        <p:spPr>
          <a:xfrm flipH="1" flipV="1">
            <a:off x="8150785" y="5564251"/>
            <a:ext cx="2094010" cy="41196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1081BF60-A69A-21A2-86B7-86D0A2A7C2B3}"/>
              </a:ext>
            </a:extLst>
          </p:cNvPr>
          <p:cNvSpPr txBox="1"/>
          <p:nvPr/>
        </p:nvSpPr>
        <p:spPr>
          <a:xfrm rot="19252165">
            <a:off x="9589237" y="5024441"/>
            <a:ext cx="6382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bearer of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07CF8D8-A9B6-2732-81D4-28E02657917E}"/>
              </a:ext>
            </a:extLst>
          </p:cNvPr>
          <p:cNvGrpSpPr/>
          <p:nvPr/>
        </p:nvGrpSpPr>
        <p:grpSpPr>
          <a:xfrm>
            <a:off x="3099773" y="2508059"/>
            <a:ext cx="798430" cy="259832"/>
            <a:chOff x="6395481" y="4466587"/>
            <a:chExt cx="798430" cy="259832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546E3FF-C94F-DED5-E6AA-88E72C955233}"/>
                </a:ext>
              </a:extLst>
            </p:cNvPr>
            <p:cNvSpPr/>
            <p:nvPr/>
          </p:nvSpPr>
          <p:spPr>
            <a:xfrm>
              <a:off x="6395481" y="4466587"/>
              <a:ext cx="798430" cy="254509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Observer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F288067-4E9A-5197-E4E3-63031231BF5B}"/>
                </a:ext>
              </a:extLst>
            </p:cNvPr>
            <p:cNvSpPr/>
            <p:nvPr/>
          </p:nvSpPr>
          <p:spPr>
            <a:xfrm>
              <a:off x="7061251" y="4643930"/>
              <a:ext cx="130915" cy="824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DB470F5-49FF-32AC-1734-D22206E6E2EC}"/>
              </a:ext>
            </a:extLst>
          </p:cNvPr>
          <p:cNvCxnSpPr>
            <a:cxnSpLocks/>
            <a:endCxn id="228" idx="1"/>
          </p:cNvCxnSpPr>
          <p:nvPr/>
        </p:nvCxnSpPr>
        <p:spPr>
          <a:xfrm flipV="1">
            <a:off x="3505566" y="1409380"/>
            <a:ext cx="427819" cy="1101055"/>
          </a:xfrm>
          <a:prstGeom prst="straightConnector1">
            <a:avLst/>
          </a:prstGeom>
          <a:ln w="38100">
            <a:solidFill>
              <a:srgbClr val="C55A1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" name="TextBox 500">
            <a:extLst>
              <a:ext uri="{FF2B5EF4-FFF2-40B4-BE49-F238E27FC236}">
                <a16:creationId xmlns:a16="http://schemas.microsoft.com/office/drawing/2014/main" id="{E2F65A74-4976-F4FD-B74B-584132DE43AA}"/>
              </a:ext>
            </a:extLst>
          </p:cNvPr>
          <p:cNvSpPr txBox="1"/>
          <p:nvPr/>
        </p:nvSpPr>
        <p:spPr>
          <a:xfrm>
            <a:off x="3289483" y="1783156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/>
              <a:t>provides</a:t>
            </a:r>
          </a:p>
        </p:txBody>
      </p: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957CD26A-756D-A04D-1149-CA5187839B63}"/>
              </a:ext>
            </a:extLst>
          </p:cNvPr>
          <p:cNvGrpSpPr/>
          <p:nvPr/>
        </p:nvGrpSpPr>
        <p:grpSpPr>
          <a:xfrm>
            <a:off x="7292270" y="215491"/>
            <a:ext cx="798430" cy="259832"/>
            <a:chOff x="6395481" y="4466587"/>
            <a:chExt cx="798430" cy="259832"/>
          </a:xfrm>
        </p:grpSpPr>
        <p:sp>
          <p:nvSpPr>
            <p:cNvPr id="570" name="Rectangle: Rounded Corners 569">
              <a:extLst>
                <a:ext uri="{FF2B5EF4-FFF2-40B4-BE49-F238E27FC236}">
                  <a16:creationId xmlns:a16="http://schemas.microsoft.com/office/drawing/2014/main" id="{79290719-57DF-017D-9738-530B2215A769}"/>
                </a:ext>
              </a:extLst>
            </p:cNvPr>
            <p:cNvSpPr/>
            <p:nvPr/>
          </p:nvSpPr>
          <p:spPr>
            <a:xfrm>
              <a:off x="6395481" y="4466587"/>
              <a:ext cx="798430" cy="254509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u="sng">
                  <a:solidFill>
                    <a:prstClr val="black"/>
                  </a:solidFill>
                  <a:latin typeface="Calibri" panose="020F0502020204030204"/>
                </a:rPr>
                <a:t>Person</a:t>
              </a:r>
              <a:endParaRPr kumimoji="0" lang="en-US" sz="800" b="1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C711F91-D610-D6ED-9975-DEEE32335B99}"/>
                </a:ext>
              </a:extLst>
            </p:cNvPr>
            <p:cNvSpPr/>
            <p:nvPr/>
          </p:nvSpPr>
          <p:spPr>
            <a:xfrm>
              <a:off x="7061251" y="4643930"/>
              <a:ext cx="130915" cy="824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7" name="Rectangle 206">
            <a:extLst>
              <a:ext uri="{FF2B5EF4-FFF2-40B4-BE49-F238E27FC236}">
                <a16:creationId xmlns:a16="http://schemas.microsoft.com/office/drawing/2014/main" id="{5983561F-5D16-39DF-CA86-A4E62D6EE8B0}"/>
              </a:ext>
            </a:extLst>
          </p:cNvPr>
          <p:cNvSpPr/>
          <p:nvPr/>
        </p:nvSpPr>
        <p:spPr>
          <a:xfrm>
            <a:off x="6971725" y="4489935"/>
            <a:ext cx="130915" cy="82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Flowchart: Data 262">
            <a:extLst>
              <a:ext uri="{FF2B5EF4-FFF2-40B4-BE49-F238E27FC236}">
                <a16:creationId xmlns:a16="http://schemas.microsoft.com/office/drawing/2014/main" id="{9AE2DD46-578B-3118-50B5-94ECC9965A77}"/>
              </a:ext>
            </a:extLst>
          </p:cNvPr>
          <p:cNvSpPr/>
          <p:nvPr/>
        </p:nvSpPr>
        <p:spPr>
          <a:xfrm>
            <a:off x="7027402" y="3704615"/>
            <a:ext cx="1657316" cy="349770"/>
          </a:xfrm>
          <a:prstGeom prst="flowChartInputOutpu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THROUGHPUT</a:t>
            </a:r>
          </a:p>
        </p:txBody>
      </p:sp>
      <p:cxnSp>
        <p:nvCxnSpPr>
          <p:cNvPr id="112" name="Connector: Curved 111">
            <a:extLst>
              <a:ext uri="{FF2B5EF4-FFF2-40B4-BE49-F238E27FC236}">
                <a16:creationId xmlns:a16="http://schemas.microsoft.com/office/drawing/2014/main" id="{C6F3F057-9206-100C-82DB-BC3A7E550D69}"/>
              </a:ext>
            </a:extLst>
          </p:cNvPr>
          <p:cNvCxnSpPr>
            <a:cxnSpLocks/>
            <a:stCxn id="41" idx="1"/>
            <a:endCxn id="570" idx="1"/>
          </p:cNvCxnSpPr>
          <p:nvPr/>
        </p:nvCxnSpPr>
        <p:spPr>
          <a:xfrm rot="10800000" flipH="1">
            <a:off x="3099772" y="342746"/>
            <a:ext cx="4192497" cy="2292568"/>
          </a:xfrm>
          <a:prstGeom prst="curvedConnector3">
            <a:avLst>
              <a:gd name="adj1" fmla="val -113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: Curved 522">
            <a:extLst>
              <a:ext uri="{FF2B5EF4-FFF2-40B4-BE49-F238E27FC236}">
                <a16:creationId xmlns:a16="http://schemas.microsoft.com/office/drawing/2014/main" id="{70D1B336-0251-0BED-18D0-CFFE46BF312C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67455" y="1485394"/>
            <a:ext cx="3067636" cy="819576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566A9E96-4FF5-454D-FF22-BE38D7D70CE6}"/>
              </a:ext>
            </a:extLst>
          </p:cNvPr>
          <p:cNvSpPr/>
          <p:nvPr/>
        </p:nvSpPr>
        <p:spPr>
          <a:xfrm>
            <a:off x="5948368" y="2519343"/>
            <a:ext cx="54259" cy="1314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7108281D-3804-5511-D543-01C213631BD3}"/>
              </a:ext>
            </a:extLst>
          </p:cNvPr>
          <p:cNvCxnSpPr>
            <a:cxnSpLocks/>
          </p:cNvCxnSpPr>
          <p:nvPr/>
        </p:nvCxnSpPr>
        <p:spPr>
          <a:xfrm flipV="1">
            <a:off x="5232599" y="2261616"/>
            <a:ext cx="1808570" cy="1518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: Elbow 185">
            <a:extLst>
              <a:ext uri="{FF2B5EF4-FFF2-40B4-BE49-F238E27FC236}">
                <a16:creationId xmlns:a16="http://schemas.microsoft.com/office/drawing/2014/main" id="{ED15815D-ABEA-8002-BE08-6436DEB285AB}"/>
              </a:ext>
            </a:extLst>
          </p:cNvPr>
          <p:cNvCxnSpPr>
            <a:cxnSpLocks/>
            <a:stCxn id="420" idx="4"/>
            <a:endCxn id="84" idx="2"/>
          </p:cNvCxnSpPr>
          <p:nvPr/>
        </p:nvCxnSpPr>
        <p:spPr>
          <a:xfrm rot="16200000" flipH="1">
            <a:off x="5802561" y="1988670"/>
            <a:ext cx="1787956" cy="7671445"/>
          </a:xfrm>
          <a:prstGeom prst="bentConnector3">
            <a:avLst>
              <a:gd name="adj1" fmla="val 105462"/>
            </a:avLst>
          </a:prstGeom>
          <a:ln w="28575" cmpd="sng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Arrow Connector 502">
            <a:extLst>
              <a:ext uri="{FF2B5EF4-FFF2-40B4-BE49-F238E27FC236}">
                <a16:creationId xmlns:a16="http://schemas.microsoft.com/office/drawing/2014/main" id="{2A07DDCB-C55B-68D5-BED2-CFC24F809E5B}"/>
              </a:ext>
            </a:extLst>
          </p:cNvPr>
          <p:cNvCxnSpPr>
            <a:cxnSpLocks/>
            <a:stCxn id="249" idx="1"/>
            <a:endCxn id="263" idx="5"/>
          </p:cNvCxnSpPr>
          <p:nvPr/>
        </p:nvCxnSpPr>
        <p:spPr>
          <a:xfrm flipH="1" flipV="1">
            <a:off x="8518986" y="3879500"/>
            <a:ext cx="451586" cy="4582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0" name="TextBox 509">
            <a:extLst>
              <a:ext uri="{FF2B5EF4-FFF2-40B4-BE49-F238E27FC236}">
                <a16:creationId xmlns:a16="http://schemas.microsoft.com/office/drawing/2014/main" id="{0EE6993E-1BF8-9D8F-7AC9-DDA3F7DD8E89}"/>
              </a:ext>
            </a:extLst>
          </p:cNvPr>
          <p:cNvSpPr txBox="1"/>
          <p:nvPr/>
        </p:nvSpPr>
        <p:spPr>
          <a:xfrm flipH="1">
            <a:off x="8751426" y="3904677"/>
            <a:ext cx="64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BBBD7BD-C012-4768-6CF4-191B8D3C0CF8}"/>
              </a:ext>
            </a:extLst>
          </p:cNvPr>
          <p:cNvSpPr/>
          <p:nvPr/>
        </p:nvSpPr>
        <p:spPr>
          <a:xfrm>
            <a:off x="5172168" y="4971363"/>
            <a:ext cx="849766" cy="253394"/>
          </a:xfrm>
          <a:prstGeom prst="roundRect">
            <a:avLst>
              <a:gd name="adj" fmla="val 9909"/>
            </a:avLst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Physical Functioning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7845FEB-8717-76A7-9580-DFC0473FB7E3}"/>
              </a:ext>
            </a:extLst>
          </p:cNvPr>
          <p:cNvCxnSpPr>
            <a:cxnSpLocks/>
          </p:cNvCxnSpPr>
          <p:nvPr/>
        </p:nvCxnSpPr>
        <p:spPr>
          <a:xfrm rot="10800000">
            <a:off x="4717855" y="4697694"/>
            <a:ext cx="454312" cy="105435"/>
          </a:xfrm>
          <a:prstGeom prst="bentConnector3">
            <a:avLst>
              <a:gd name="adj1" fmla="val 50000"/>
            </a:avLst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6E1A752B-7AAD-4C96-7D09-1FF4E2AEC0C7}"/>
              </a:ext>
            </a:extLst>
          </p:cNvPr>
          <p:cNvCxnSpPr>
            <a:cxnSpLocks/>
            <a:stCxn id="23" idx="1"/>
          </p:cNvCxnSpPr>
          <p:nvPr/>
        </p:nvCxnSpPr>
        <p:spPr>
          <a:xfrm rot="10800000">
            <a:off x="4714142" y="4770716"/>
            <a:ext cx="458027" cy="327345"/>
          </a:xfrm>
          <a:prstGeom prst="bentConnector3">
            <a:avLst>
              <a:gd name="adj1" fmla="val 57449"/>
            </a:avLst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E010EBA-0524-ABC6-5C97-83D0899861CF}"/>
              </a:ext>
            </a:extLst>
          </p:cNvPr>
          <p:cNvCxnSpPr>
            <a:cxnSpLocks/>
            <a:stCxn id="271" idx="6"/>
            <a:endCxn id="589" idx="1"/>
          </p:cNvCxnSpPr>
          <p:nvPr/>
        </p:nvCxnSpPr>
        <p:spPr>
          <a:xfrm flipV="1">
            <a:off x="4729726" y="4438243"/>
            <a:ext cx="449003" cy="6485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" name="Rectangle: Rounded Corners 507">
            <a:extLst>
              <a:ext uri="{FF2B5EF4-FFF2-40B4-BE49-F238E27FC236}">
                <a16:creationId xmlns:a16="http://schemas.microsoft.com/office/drawing/2014/main" id="{1EC7CE6C-9F4D-4F57-1488-FDAB63F0E5F0}"/>
              </a:ext>
            </a:extLst>
          </p:cNvPr>
          <p:cNvSpPr/>
          <p:nvPr/>
        </p:nvSpPr>
        <p:spPr>
          <a:xfrm>
            <a:off x="3804108" y="5296462"/>
            <a:ext cx="1038110" cy="341062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Functioning </a:t>
            </a:r>
            <a:r>
              <a:rPr lang="en-US" sz="800" b="1" u="sng">
                <a:solidFill>
                  <a:prstClr val="white"/>
                </a:solidFill>
                <a:latin typeface="Calibri" panose="020F0502020204030204"/>
              </a:rPr>
              <a:t>Performance</a:t>
            </a: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5" name="Pentagon 524">
            <a:extLst>
              <a:ext uri="{FF2B5EF4-FFF2-40B4-BE49-F238E27FC236}">
                <a16:creationId xmlns:a16="http://schemas.microsoft.com/office/drawing/2014/main" id="{64BE63D3-A669-6330-E0FA-FBAE863D1BE8}"/>
              </a:ext>
            </a:extLst>
          </p:cNvPr>
          <p:cNvSpPr/>
          <p:nvPr/>
        </p:nvSpPr>
        <p:spPr>
          <a:xfrm>
            <a:off x="5001379" y="5296398"/>
            <a:ext cx="1070939" cy="445284"/>
          </a:xfrm>
          <a:prstGeom prst="pentagon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Performance Metrics</a:t>
            </a:r>
          </a:p>
        </p:txBody>
      </p:sp>
      <p:cxnSp>
        <p:nvCxnSpPr>
          <p:cNvPr id="530" name="Straight Arrow Connector 529">
            <a:extLst>
              <a:ext uri="{FF2B5EF4-FFF2-40B4-BE49-F238E27FC236}">
                <a16:creationId xmlns:a16="http://schemas.microsoft.com/office/drawing/2014/main" id="{84203F97-5ECA-7B7B-0199-C883C865F45C}"/>
              </a:ext>
            </a:extLst>
          </p:cNvPr>
          <p:cNvCxnSpPr>
            <a:cxnSpLocks/>
            <a:stCxn id="508" idx="3"/>
            <a:endCxn id="525" idx="1"/>
          </p:cNvCxnSpPr>
          <p:nvPr/>
        </p:nvCxnSpPr>
        <p:spPr>
          <a:xfrm flipV="1">
            <a:off x="4842218" y="5466481"/>
            <a:ext cx="159162" cy="512"/>
          </a:xfrm>
          <a:prstGeom prst="straightConnector1">
            <a:avLst/>
          </a:prstGeom>
          <a:ln w="38100" cmpd="dbl">
            <a:solidFill>
              <a:schemeClr val="accent2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836A072C-0C89-FA81-9923-284CD37683AD}"/>
              </a:ext>
            </a:extLst>
          </p:cNvPr>
          <p:cNvGrpSpPr/>
          <p:nvPr/>
        </p:nvGrpSpPr>
        <p:grpSpPr>
          <a:xfrm rot="10800000">
            <a:off x="4972026" y="6277749"/>
            <a:ext cx="561243" cy="290067"/>
            <a:chOff x="5062484" y="5322799"/>
            <a:chExt cx="561243" cy="290067"/>
          </a:xfrm>
        </p:grpSpPr>
        <p:sp>
          <p:nvSpPr>
            <p:cNvPr id="536" name="Pentagon 535">
              <a:extLst>
                <a:ext uri="{FF2B5EF4-FFF2-40B4-BE49-F238E27FC236}">
                  <a16:creationId xmlns:a16="http://schemas.microsoft.com/office/drawing/2014/main" id="{900747D3-52BC-EC7A-3721-0EA5DA524117}"/>
                </a:ext>
              </a:extLst>
            </p:cNvPr>
            <p:cNvSpPr/>
            <p:nvPr/>
          </p:nvSpPr>
          <p:spPr>
            <a:xfrm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7" name="TextBox 536">
              <a:extLst>
                <a:ext uri="{FF2B5EF4-FFF2-40B4-BE49-F238E27FC236}">
                  <a16:creationId xmlns:a16="http://schemas.microsoft.com/office/drawing/2014/main" id="{72798EA9-5F79-8EE4-99E2-FAB86A5C5569}"/>
                </a:ext>
              </a:extLst>
            </p:cNvPr>
            <p:cNvSpPr txBox="1"/>
            <p:nvPr/>
          </p:nvSpPr>
          <p:spPr>
            <a:xfrm rot="10800000">
              <a:off x="5062484" y="5379372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>
                  <a:solidFill>
                    <a:schemeClr val="bg1"/>
                  </a:solidFill>
                </a:rPr>
                <a:t>Independence</a:t>
              </a:r>
            </a:p>
          </p:txBody>
        </p:sp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E6426816-0465-15FB-225E-E3F1FF120013}"/>
              </a:ext>
            </a:extLst>
          </p:cNvPr>
          <p:cNvGrpSpPr/>
          <p:nvPr/>
        </p:nvGrpSpPr>
        <p:grpSpPr>
          <a:xfrm rot="10800000">
            <a:off x="5591280" y="6272903"/>
            <a:ext cx="562062" cy="290067"/>
            <a:chOff x="5209811" y="4990854"/>
            <a:chExt cx="562062" cy="290067"/>
          </a:xfrm>
        </p:grpSpPr>
        <p:sp>
          <p:nvSpPr>
            <p:cNvPr id="551" name="Pentagon 550">
              <a:extLst>
                <a:ext uri="{FF2B5EF4-FFF2-40B4-BE49-F238E27FC236}">
                  <a16:creationId xmlns:a16="http://schemas.microsoft.com/office/drawing/2014/main" id="{F13A43CC-A34C-069D-2DE0-C5C84EBD9942}"/>
                </a:ext>
              </a:extLst>
            </p:cNvPr>
            <p:cNvSpPr/>
            <p:nvPr/>
          </p:nvSpPr>
          <p:spPr>
            <a:xfrm>
              <a:off x="5314290" y="4990854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8EF9CD53-7BF0-B528-2F83-93089970E1DA}"/>
                </a:ext>
              </a:extLst>
            </p:cNvPr>
            <p:cNvSpPr txBox="1"/>
            <p:nvPr/>
          </p:nvSpPr>
          <p:spPr>
            <a:xfrm rot="10800000">
              <a:off x="5209811" y="5053164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>
                  <a:solidFill>
                    <a:schemeClr val="bg1"/>
                  </a:solidFill>
                </a:rPr>
                <a:t>Assistance</a:t>
              </a:r>
            </a:p>
          </p:txBody>
        </p:sp>
      </p:grpSp>
      <p:grpSp>
        <p:nvGrpSpPr>
          <p:cNvPr id="561" name="Group 560">
            <a:extLst>
              <a:ext uri="{FF2B5EF4-FFF2-40B4-BE49-F238E27FC236}">
                <a16:creationId xmlns:a16="http://schemas.microsoft.com/office/drawing/2014/main" id="{8C47BD72-CDAF-935C-21E4-FE3E4A6BCD2B}"/>
              </a:ext>
            </a:extLst>
          </p:cNvPr>
          <p:cNvGrpSpPr/>
          <p:nvPr/>
        </p:nvGrpSpPr>
        <p:grpSpPr>
          <a:xfrm>
            <a:off x="5276278" y="5866032"/>
            <a:ext cx="561243" cy="290067"/>
            <a:chOff x="5079554" y="5322799"/>
            <a:chExt cx="561243" cy="290067"/>
          </a:xfrm>
        </p:grpSpPr>
        <p:sp>
          <p:nvSpPr>
            <p:cNvPr id="562" name="Pentagon 561">
              <a:extLst>
                <a:ext uri="{FF2B5EF4-FFF2-40B4-BE49-F238E27FC236}">
                  <a16:creationId xmlns:a16="http://schemas.microsoft.com/office/drawing/2014/main" id="{BC391784-49A7-8DDE-6803-524D13393FF0}"/>
                </a:ext>
              </a:extLst>
            </p:cNvPr>
            <p:cNvSpPr/>
            <p:nvPr/>
          </p:nvSpPr>
          <p:spPr>
            <a:xfrm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4" name="TextBox 563">
              <a:extLst>
                <a:ext uri="{FF2B5EF4-FFF2-40B4-BE49-F238E27FC236}">
                  <a16:creationId xmlns:a16="http://schemas.microsoft.com/office/drawing/2014/main" id="{038AA9E1-780F-AA98-B347-E7173CD97907}"/>
                </a:ext>
              </a:extLst>
            </p:cNvPr>
            <p:cNvSpPr txBox="1"/>
            <p:nvPr/>
          </p:nvSpPr>
          <p:spPr>
            <a:xfrm>
              <a:off x="5079554" y="5343979"/>
              <a:ext cx="5612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Level of Performance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3682483-691F-B1CB-DF1D-65F6187860A7}"/>
              </a:ext>
            </a:extLst>
          </p:cNvPr>
          <p:cNvGrpSpPr/>
          <p:nvPr/>
        </p:nvGrpSpPr>
        <p:grpSpPr>
          <a:xfrm rot="160248">
            <a:off x="5258813" y="6488154"/>
            <a:ext cx="561243" cy="215504"/>
            <a:chOff x="4817898" y="5460467"/>
            <a:chExt cx="561243" cy="215504"/>
          </a:xfrm>
        </p:grpSpPr>
        <p:sp>
          <p:nvSpPr>
            <p:cNvPr id="67" name="Pentagon 66">
              <a:extLst>
                <a:ext uri="{FF2B5EF4-FFF2-40B4-BE49-F238E27FC236}">
                  <a16:creationId xmlns:a16="http://schemas.microsoft.com/office/drawing/2014/main" id="{50593C33-EDEC-55C7-308A-8CA8E2720CBC}"/>
                </a:ext>
              </a:extLst>
            </p:cNvPr>
            <p:cNvSpPr/>
            <p:nvPr/>
          </p:nvSpPr>
          <p:spPr>
            <a:xfrm rot="21439752">
              <a:off x="4901989" y="5460467"/>
              <a:ext cx="394902" cy="215504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210754C-31ED-F51F-DBCC-A0FEA5EEB7F3}"/>
                </a:ext>
              </a:extLst>
            </p:cNvPr>
            <p:cNvSpPr txBox="1"/>
            <p:nvPr/>
          </p:nvSpPr>
          <p:spPr>
            <a:xfrm rot="21439752">
              <a:off x="4817898" y="5496675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difficulty</a:t>
              </a:r>
            </a:p>
          </p:txBody>
        </p:sp>
      </p:grp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11AB54B4-CB8C-E177-A57B-AFD4BFD36429}"/>
              </a:ext>
            </a:extLst>
          </p:cNvPr>
          <p:cNvCxnSpPr>
            <a:cxnSpLocks/>
            <a:endCxn id="525" idx="3"/>
          </p:cNvCxnSpPr>
          <p:nvPr/>
        </p:nvCxnSpPr>
        <p:spPr>
          <a:xfrm rot="16200000" flipV="1">
            <a:off x="5474705" y="5803826"/>
            <a:ext cx="124350" cy="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DF5E6166-9826-13A4-6F65-852A46BD9346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0089" y="6072921"/>
            <a:ext cx="116804" cy="283160"/>
          </a:xfrm>
          <a:prstGeom prst="bentConnector3">
            <a:avLst>
              <a:gd name="adj1" fmla="val 50000"/>
            </a:avLst>
          </a:prstGeom>
          <a:ln w="34925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7692336F-70BE-65D9-7859-18B001C7DAC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335413" y="6076252"/>
            <a:ext cx="121650" cy="281345"/>
          </a:xfrm>
          <a:prstGeom prst="bentConnector3">
            <a:avLst>
              <a:gd name="adj1" fmla="val 50000"/>
            </a:avLst>
          </a:prstGeom>
          <a:ln w="34925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067E0421-C835-2741-5C15-03106CC67FFD}"/>
              </a:ext>
            </a:extLst>
          </p:cNvPr>
          <p:cNvCxnSpPr>
            <a:cxnSpLocks/>
          </p:cNvCxnSpPr>
          <p:nvPr/>
        </p:nvCxnSpPr>
        <p:spPr>
          <a:xfrm rot="16200000" flipV="1">
            <a:off x="5372584" y="6320426"/>
            <a:ext cx="332098" cy="3443"/>
          </a:xfrm>
          <a:prstGeom prst="bentConnector3">
            <a:avLst>
              <a:gd name="adj1" fmla="val 50000"/>
            </a:avLst>
          </a:prstGeom>
          <a:ln w="34925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BB4BFB2-A053-4C46-09F9-F24F320A097A}"/>
              </a:ext>
            </a:extLst>
          </p:cNvPr>
          <p:cNvSpPr/>
          <p:nvPr/>
        </p:nvSpPr>
        <p:spPr>
          <a:xfrm>
            <a:off x="2910470" y="5009125"/>
            <a:ext cx="724259" cy="355852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u="sng">
                <a:solidFill>
                  <a:prstClr val="white"/>
                </a:solidFill>
                <a:latin typeface="Calibri" panose="020F0502020204030204"/>
              </a:rPr>
              <a:t>Self Reported</a:t>
            </a: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Functioning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C69531C-BF86-6576-BAE9-2C30E4940665}"/>
              </a:ext>
            </a:extLst>
          </p:cNvPr>
          <p:cNvSpPr/>
          <p:nvPr/>
        </p:nvSpPr>
        <p:spPr>
          <a:xfrm>
            <a:off x="2910470" y="3904899"/>
            <a:ext cx="716726" cy="347378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Functioning Observed By Others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180213F-8B52-FB60-259E-13B1DF78A1D7}"/>
              </a:ext>
            </a:extLst>
          </p:cNvPr>
          <p:cNvCxnSpPr>
            <a:cxnSpLocks/>
            <a:endCxn id="508" idx="0"/>
          </p:cNvCxnSpPr>
          <p:nvPr/>
        </p:nvCxnSpPr>
        <p:spPr>
          <a:xfrm flipH="1">
            <a:off x="4323163" y="4786809"/>
            <a:ext cx="10723" cy="5096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7608BCAE-E13A-DD59-36BD-7C77B4113909}"/>
              </a:ext>
            </a:extLst>
          </p:cNvPr>
          <p:cNvSpPr txBox="1"/>
          <p:nvPr/>
        </p:nvSpPr>
        <p:spPr>
          <a:xfrm>
            <a:off x="4263540" y="4952428"/>
            <a:ext cx="4355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i="1" dirty="0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kumimoji="0" lang="en-US" sz="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art of</a:t>
            </a:r>
            <a:endParaRPr kumimoji="0" lang="en-US" sz="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8B5BB77-B8FB-C1BC-3065-D5200729AE4B}"/>
              </a:ext>
            </a:extLst>
          </p:cNvPr>
          <p:cNvSpPr txBox="1"/>
          <p:nvPr/>
        </p:nvSpPr>
        <p:spPr>
          <a:xfrm>
            <a:off x="4737209" y="5543608"/>
            <a:ext cx="535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>
                <a:solidFill>
                  <a:prstClr val="black"/>
                </a:solidFill>
                <a:latin typeface="Calibri" panose="020F0502020204030204"/>
              </a:rPr>
              <a:t>qualifier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74A29603-D37F-A0E1-2368-23571D60544C}"/>
              </a:ext>
            </a:extLst>
          </p:cNvPr>
          <p:cNvSpPr/>
          <p:nvPr/>
        </p:nvSpPr>
        <p:spPr>
          <a:xfrm>
            <a:off x="2838160" y="4306995"/>
            <a:ext cx="797896" cy="276999"/>
          </a:xfrm>
          <a:prstGeom prst="roundRect">
            <a:avLst>
              <a:gd name="adj" fmla="val 0"/>
            </a:avLst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Activities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76EB4FC9-FBE9-E5A9-F567-22453CC2E1D0}"/>
              </a:ext>
            </a:extLst>
          </p:cNvPr>
          <p:cNvCxnSpPr>
            <a:cxnSpLocks/>
            <a:stCxn id="82" idx="3"/>
            <a:endCxn id="264" idx="2"/>
          </p:cNvCxnSpPr>
          <p:nvPr/>
        </p:nvCxnSpPr>
        <p:spPr>
          <a:xfrm flipV="1">
            <a:off x="3634729" y="4744657"/>
            <a:ext cx="294893" cy="4423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721908CC-6C30-E6BA-4807-EECA084261A8}"/>
              </a:ext>
            </a:extLst>
          </p:cNvPr>
          <p:cNvCxnSpPr>
            <a:cxnSpLocks/>
            <a:stCxn id="88" idx="3"/>
            <a:endCxn id="243" idx="2"/>
          </p:cNvCxnSpPr>
          <p:nvPr/>
        </p:nvCxnSpPr>
        <p:spPr>
          <a:xfrm>
            <a:off x="3627196" y="4078588"/>
            <a:ext cx="306189" cy="4302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AA377967-238F-2B52-D29A-C5D89FDBA442}"/>
              </a:ext>
            </a:extLst>
          </p:cNvPr>
          <p:cNvSpPr/>
          <p:nvPr/>
        </p:nvSpPr>
        <p:spPr>
          <a:xfrm>
            <a:off x="1212138" y="4979931"/>
            <a:ext cx="1397339" cy="276204"/>
          </a:xfrm>
          <a:prstGeom prst="roundRect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Domestic Life Activities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B5E4F390-24E2-55FC-EAD9-89EF9109DA06}"/>
              </a:ext>
            </a:extLst>
          </p:cNvPr>
          <p:cNvSpPr/>
          <p:nvPr/>
        </p:nvSpPr>
        <p:spPr>
          <a:xfrm>
            <a:off x="1205345" y="4620341"/>
            <a:ext cx="1403074" cy="298961"/>
          </a:xfrm>
          <a:prstGeom prst="roundRect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Self_Care</a:t>
            </a: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Activities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919A068D-E288-133A-AA8B-DB0CEBBA3C57}"/>
              </a:ext>
            </a:extLst>
          </p:cNvPr>
          <p:cNvSpPr/>
          <p:nvPr/>
        </p:nvSpPr>
        <p:spPr>
          <a:xfrm>
            <a:off x="1214871" y="5313176"/>
            <a:ext cx="1409191" cy="420730"/>
          </a:xfrm>
          <a:prstGeom prst="roundRect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Interpersonal Interactions and Relationships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2389C66F-BEDC-8B65-E31E-5EF41A6B6253}"/>
              </a:ext>
            </a:extLst>
          </p:cNvPr>
          <p:cNvSpPr/>
          <p:nvPr/>
        </p:nvSpPr>
        <p:spPr>
          <a:xfrm>
            <a:off x="1210917" y="4302142"/>
            <a:ext cx="1403074" cy="261350"/>
          </a:xfrm>
          <a:prstGeom prst="roundRect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Mobility Activities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FAC867C8-39EE-FA74-84C7-00734EC7EA74}"/>
              </a:ext>
            </a:extLst>
          </p:cNvPr>
          <p:cNvSpPr/>
          <p:nvPr/>
        </p:nvSpPr>
        <p:spPr>
          <a:xfrm>
            <a:off x="1209644" y="3968313"/>
            <a:ext cx="1397339" cy="280272"/>
          </a:xfrm>
          <a:prstGeom prst="roundRect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Communication Activities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D2C9226A-B179-F9FD-2045-2A805EC673B4}"/>
              </a:ext>
            </a:extLst>
          </p:cNvPr>
          <p:cNvCxnSpPr>
            <a:cxnSpLocks/>
            <a:stCxn id="109" idx="3"/>
            <a:endCxn id="94" idx="1"/>
          </p:cNvCxnSpPr>
          <p:nvPr/>
        </p:nvCxnSpPr>
        <p:spPr>
          <a:xfrm>
            <a:off x="2606983" y="4108449"/>
            <a:ext cx="231177" cy="3370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23BCF361-A75A-CEEE-A2B1-756D6DD68A35}"/>
              </a:ext>
            </a:extLst>
          </p:cNvPr>
          <p:cNvCxnSpPr>
            <a:cxnSpLocks/>
            <a:stCxn id="106" idx="3"/>
            <a:endCxn id="94" idx="1"/>
          </p:cNvCxnSpPr>
          <p:nvPr/>
        </p:nvCxnSpPr>
        <p:spPr>
          <a:xfrm flipV="1">
            <a:off x="2608419" y="4445495"/>
            <a:ext cx="229741" cy="3243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C3C4CA2-63C5-84E0-CDE0-B880E00A2906}"/>
              </a:ext>
            </a:extLst>
          </p:cNvPr>
          <p:cNvCxnSpPr>
            <a:cxnSpLocks/>
            <a:stCxn id="107" idx="3"/>
            <a:endCxn id="94" idx="1"/>
          </p:cNvCxnSpPr>
          <p:nvPr/>
        </p:nvCxnSpPr>
        <p:spPr>
          <a:xfrm flipV="1">
            <a:off x="2624062" y="4445495"/>
            <a:ext cx="214098" cy="10780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DAB6C945-125A-F88B-3CDB-C240CC8ADB49}"/>
              </a:ext>
            </a:extLst>
          </p:cNvPr>
          <p:cNvSpPr/>
          <p:nvPr/>
        </p:nvSpPr>
        <p:spPr>
          <a:xfrm>
            <a:off x="1209591" y="3532900"/>
            <a:ext cx="1397337" cy="372946"/>
          </a:xfrm>
          <a:prstGeom prst="roundRect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Learning &amp; Applying Knowledge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A752318A-759F-C920-7864-6F075C3FF962}"/>
              </a:ext>
            </a:extLst>
          </p:cNvPr>
          <p:cNvSpPr/>
          <p:nvPr/>
        </p:nvSpPr>
        <p:spPr>
          <a:xfrm>
            <a:off x="1200124" y="5827135"/>
            <a:ext cx="1426859" cy="395296"/>
          </a:xfrm>
          <a:prstGeom prst="roundRect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Major Life Areas Activities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8C6D7D1E-164C-B708-007C-81C11E52D0BE}"/>
              </a:ext>
            </a:extLst>
          </p:cNvPr>
          <p:cNvSpPr/>
          <p:nvPr/>
        </p:nvSpPr>
        <p:spPr>
          <a:xfrm>
            <a:off x="1205344" y="6286684"/>
            <a:ext cx="1435209" cy="395297"/>
          </a:xfrm>
          <a:prstGeom prst="roundRect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Community, Social and   Civic Life Activities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BEF1FA06-02E7-0CA5-BEC4-28067D8FFC06}"/>
              </a:ext>
            </a:extLst>
          </p:cNvPr>
          <p:cNvCxnSpPr>
            <a:cxnSpLocks/>
            <a:stCxn id="120" idx="3"/>
          </p:cNvCxnSpPr>
          <p:nvPr/>
        </p:nvCxnSpPr>
        <p:spPr>
          <a:xfrm flipV="1">
            <a:off x="2626983" y="4801393"/>
            <a:ext cx="211177" cy="12233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A81D6E73-96C6-7EB5-817C-18849F4B9439}"/>
              </a:ext>
            </a:extLst>
          </p:cNvPr>
          <p:cNvCxnSpPr>
            <a:cxnSpLocks/>
            <a:stCxn id="124" idx="3"/>
          </p:cNvCxnSpPr>
          <p:nvPr/>
        </p:nvCxnSpPr>
        <p:spPr>
          <a:xfrm flipV="1">
            <a:off x="2640553" y="4801393"/>
            <a:ext cx="197607" cy="16829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7D027355-3FB8-86E6-43B1-88BC9E43BB0F}"/>
              </a:ext>
            </a:extLst>
          </p:cNvPr>
          <p:cNvCxnSpPr>
            <a:cxnSpLocks/>
            <a:stCxn id="118" idx="3"/>
            <a:endCxn id="94" idx="1"/>
          </p:cNvCxnSpPr>
          <p:nvPr/>
        </p:nvCxnSpPr>
        <p:spPr>
          <a:xfrm>
            <a:off x="2606928" y="3719373"/>
            <a:ext cx="231232" cy="7261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E64CA3B1-A281-9194-C091-C9A24F1BA8D4}"/>
              </a:ext>
            </a:extLst>
          </p:cNvPr>
          <p:cNvCxnSpPr>
            <a:cxnSpLocks/>
            <a:stCxn id="108" idx="3"/>
            <a:endCxn id="94" idx="1"/>
          </p:cNvCxnSpPr>
          <p:nvPr/>
        </p:nvCxnSpPr>
        <p:spPr>
          <a:xfrm>
            <a:off x="2613991" y="4432817"/>
            <a:ext cx="224169" cy="126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6F7D0195-ACEF-8514-FBA1-5D21093FBF8E}"/>
              </a:ext>
            </a:extLst>
          </p:cNvPr>
          <p:cNvCxnSpPr>
            <a:cxnSpLocks/>
            <a:stCxn id="105" idx="3"/>
            <a:endCxn id="94" idx="1"/>
          </p:cNvCxnSpPr>
          <p:nvPr/>
        </p:nvCxnSpPr>
        <p:spPr>
          <a:xfrm flipV="1">
            <a:off x="2609477" y="4445495"/>
            <a:ext cx="228683" cy="6725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Pentagon 157">
            <a:extLst>
              <a:ext uri="{FF2B5EF4-FFF2-40B4-BE49-F238E27FC236}">
                <a16:creationId xmlns:a16="http://schemas.microsoft.com/office/drawing/2014/main" id="{29DEC74C-B8C3-971F-2117-7D6C85E26998}"/>
              </a:ext>
            </a:extLst>
          </p:cNvPr>
          <p:cNvSpPr/>
          <p:nvPr/>
        </p:nvSpPr>
        <p:spPr>
          <a:xfrm>
            <a:off x="96369" y="4859810"/>
            <a:ext cx="779934" cy="508776"/>
          </a:xfrm>
          <a:prstGeom prst="pentagon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General Tasks and Demands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2BCECB44-C2E1-6D88-D390-EF931D6863DD}"/>
              </a:ext>
            </a:extLst>
          </p:cNvPr>
          <p:cNvCxnSpPr>
            <a:cxnSpLocks/>
            <a:stCxn id="158" idx="5"/>
            <a:endCxn id="118" idx="1"/>
          </p:cNvCxnSpPr>
          <p:nvPr/>
        </p:nvCxnSpPr>
        <p:spPr>
          <a:xfrm flipV="1">
            <a:off x="876302" y="3719373"/>
            <a:ext cx="333289" cy="13347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87F6DFA6-62B5-40EC-0F26-49902BF384E5}"/>
              </a:ext>
            </a:extLst>
          </p:cNvPr>
          <p:cNvCxnSpPr>
            <a:cxnSpLocks/>
            <a:stCxn id="158" idx="5"/>
            <a:endCxn id="106" idx="1"/>
          </p:cNvCxnSpPr>
          <p:nvPr/>
        </p:nvCxnSpPr>
        <p:spPr>
          <a:xfrm flipV="1">
            <a:off x="876302" y="4769822"/>
            <a:ext cx="329043" cy="2843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34D2B7A1-CA54-C2E6-A5D1-C8391C35A763}"/>
              </a:ext>
            </a:extLst>
          </p:cNvPr>
          <p:cNvCxnSpPr>
            <a:cxnSpLocks/>
            <a:stCxn id="158" idx="5"/>
            <a:endCxn id="105" idx="1"/>
          </p:cNvCxnSpPr>
          <p:nvPr/>
        </p:nvCxnSpPr>
        <p:spPr>
          <a:xfrm>
            <a:off x="876302" y="5054145"/>
            <a:ext cx="335836" cy="638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A94C51D4-98EC-9527-F7AC-B25C75F56D2A}"/>
              </a:ext>
            </a:extLst>
          </p:cNvPr>
          <p:cNvCxnSpPr>
            <a:cxnSpLocks/>
            <a:stCxn id="158" idx="5"/>
            <a:endCxn id="107" idx="1"/>
          </p:cNvCxnSpPr>
          <p:nvPr/>
        </p:nvCxnSpPr>
        <p:spPr>
          <a:xfrm>
            <a:off x="876302" y="5054145"/>
            <a:ext cx="338569" cy="4693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EE5A9606-CF14-5D74-974E-13FD43187D6F}"/>
              </a:ext>
            </a:extLst>
          </p:cNvPr>
          <p:cNvCxnSpPr>
            <a:cxnSpLocks/>
            <a:stCxn id="158" idx="5"/>
            <a:endCxn id="120" idx="1"/>
          </p:cNvCxnSpPr>
          <p:nvPr/>
        </p:nvCxnSpPr>
        <p:spPr>
          <a:xfrm>
            <a:off x="876302" y="5054145"/>
            <a:ext cx="323822" cy="9706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7F00339-9B2C-5A71-A334-1973E2C55104}"/>
              </a:ext>
            </a:extLst>
          </p:cNvPr>
          <p:cNvCxnSpPr>
            <a:cxnSpLocks/>
            <a:stCxn id="158" idx="5"/>
            <a:endCxn id="124" idx="1"/>
          </p:cNvCxnSpPr>
          <p:nvPr/>
        </p:nvCxnSpPr>
        <p:spPr>
          <a:xfrm>
            <a:off x="876302" y="5054145"/>
            <a:ext cx="329042" cy="14301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302BFE51-18DE-4F2A-DA3B-571FB298DBD7}"/>
              </a:ext>
            </a:extLst>
          </p:cNvPr>
          <p:cNvCxnSpPr>
            <a:cxnSpLocks/>
            <a:stCxn id="158" idx="5"/>
            <a:endCxn id="109" idx="1"/>
          </p:cNvCxnSpPr>
          <p:nvPr/>
        </p:nvCxnSpPr>
        <p:spPr>
          <a:xfrm flipV="1">
            <a:off x="876302" y="4108449"/>
            <a:ext cx="333342" cy="9456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5967C6CC-8D02-A018-F385-AED37E26C186}"/>
              </a:ext>
            </a:extLst>
          </p:cNvPr>
          <p:cNvCxnSpPr>
            <a:cxnSpLocks/>
            <a:stCxn id="158" idx="5"/>
            <a:endCxn id="108" idx="1"/>
          </p:cNvCxnSpPr>
          <p:nvPr/>
        </p:nvCxnSpPr>
        <p:spPr>
          <a:xfrm flipV="1">
            <a:off x="876302" y="4432817"/>
            <a:ext cx="334615" cy="6213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58195AFE-0C9E-9398-EA9F-B4150B54FB69}"/>
              </a:ext>
            </a:extLst>
          </p:cNvPr>
          <p:cNvSpPr txBox="1"/>
          <p:nvPr/>
        </p:nvSpPr>
        <p:spPr>
          <a:xfrm>
            <a:off x="582437" y="4284472"/>
            <a:ext cx="569430" cy="21544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err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E26378B3-17CD-1B52-BBA9-DC2EED249A78}"/>
              </a:ext>
            </a:extLst>
          </p:cNvPr>
          <p:cNvCxnSpPr>
            <a:cxnSpLocks/>
          </p:cNvCxnSpPr>
          <p:nvPr/>
        </p:nvCxnSpPr>
        <p:spPr>
          <a:xfrm flipV="1">
            <a:off x="4465666" y="3505646"/>
            <a:ext cx="699004" cy="2041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0DEB4668-F8E5-D425-723B-AEF57D789A7F}"/>
              </a:ext>
            </a:extLst>
          </p:cNvPr>
          <p:cNvSpPr txBox="1"/>
          <p:nvPr/>
        </p:nvSpPr>
        <p:spPr>
          <a:xfrm flipH="1">
            <a:off x="4540840" y="3374554"/>
            <a:ext cx="575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 err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95B3408F-494F-C78B-9D8D-813B8066B92D}"/>
              </a:ext>
            </a:extLst>
          </p:cNvPr>
          <p:cNvCxnSpPr>
            <a:cxnSpLocks/>
            <a:endCxn id="88" idx="0"/>
          </p:cNvCxnSpPr>
          <p:nvPr/>
        </p:nvCxnSpPr>
        <p:spPr>
          <a:xfrm rot="5400000">
            <a:off x="2812746" y="3218656"/>
            <a:ext cx="1142331" cy="230155"/>
          </a:xfrm>
          <a:prstGeom prst="bentConnector3">
            <a:avLst>
              <a:gd name="adj1" fmla="val 27199"/>
            </a:avLst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61C5D88B-13B1-3524-51A6-82EF89D7EA55}"/>
              </a:ext>
            </a:extLst>
          </p:cNvPr>
          <p:cNvSpPr txBox="1"/>
          <p:nvPr/>
        </p:nvSpPr>
        <p:spPr>
          <a:xfrm flipH="1">
            <a:off x="3745400" y="6610649"/>
            <a:ext cx="5939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bearer of</a:t>
            </a:r>
          </a:p>
        </p:txBody>
      </p:sp>
      <p:cxnSp>
        <p:nvCxnSpPr>
          <p:cNvPr id="585" name="Connector: Elbow 584">
            <a:extLst>
              <a:ext uri="{FF2B5EF4-FFF2-40B4-BE49-F238E27FC236}">
                <a16:creationId xmlns:a16="http://schemas.microsoft.com/office/drawing/2014/main" id="{48B5EFE1-161D-2EC0-29F8-16C65096201B}"/>
              </a:ext>
            </a:extLst>
          </p:cNvPr>
          <p:cNvCxnSpPr>
            <a:cxnSpLocks/>
            <a:stCxn id="94" idx="3"/>
            <a:endCxn id="245" idx="2"/>
          </p:cNvCxnSpPr>
          <p:nvPr/>
        </p:nvCxnSpPr>
        <p:spPr>
          <a:xfrm>
            <a:off x="3636056" y="4445495"/>
            <a:ext cx="293210" cy="142763"/>
          </a:xfrm>
          <a:prstGeom prst="bentConnector3">
            <a:avLst>
              <a:gd name="adj1" fmla="val 50000"/>
            </a:avLst>
          </a:prstGeom>
          <a:ln w="34925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: Elbow 585">
            <a:extLst>
              <a:ext uri="{FF2B5EF4-FFF2-40B4-BE49-F238E27FC236}">
                <a16:creationId xmlns:a16="http://schemas.microsoft.com/office/drawing/2014/main" id="{6C3FF1AD-0440-41CA-4E75-8C0218C56810}"/>
              </a:ext>
            </a:extLst>
          </p:cNvPr>
          <p:cNvCxnSpPr>
            <a:cxnSpLocks/>
            <a:endCxn id="257" idx="2"/>
          </p:cNvCxnSpPr>
          <p:nvPr/>
        </p:nvCxnSpPr>
        <p:spPr>
          <a:xfrm flipV="1">
            <a:off x="3636056" y="4673209"/>
            <a:ext cx="293669" cy="128184"/>
          </a:xfrm>
          <a:prstGeom prst="bentConnector3">
            <a:avLst>
              <a:gd name="adj1" fmla="val 180961"/>
            </a:avLst>
          </a:prstGeom>
          <a:ln w="34925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2" name="TextBox 591">
            <a:extLst>
              <a:ext uri="{FF2B5EF4-FFF2-40B4-BE49-F238E27FC236}">
                <a16:creationId xmlns:a16="http://schemas.microsoft.com/office/drawing/2014/main" id="{07A7D6EA-0AE8-40F5-41B2-434E2CD9DBDB}"/>
              </a:ext>
            </a:extLst>
          </p:cNvPr>
          <p:cNvSpPr txBox="1"/>
          <p:nvPr/>
        </p:nvSpPr>
        <p:spPr>
          <a:xfrm>
            <a:off x="8181347" y="4397263"/>
            <a:ext cx="6062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dirty="0">
                <a:solidFill>
                  <a:prstClr val="black"/>
                </a:solidFill>
                <a:latin typeface="Calibri" panose="020F0502020204030204"/>
              </a:rPr>
              <a:t>has agent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10" name="Connector: Elbow 609">
            <a:extLst>
              <a:ext uri="{FF2B5EF4-FFF2-40B4-BE49-F238E27FC236}">
                <a16:creationId xmlns:a16="http://schemas.microsoft.com/office/drawing/2014/main" id="{90B56C0E-92F0-D0F7-F3E6-83CDB2A9B132}"/>
              </a:ext>
            </a:extLst>
          </p:cNvPr>
          <p:cNvCxnSpPr>
            <a:cxnSpLocks/>
            <a:stCxn id="613" idx="2"/>
            <a:endCxn id="589" idx="3"/>
          </p:cNvCxnSpPr>
          <p:nvPr/>
        </p:nvCxnSpPr>
        <p:spPr>
          <a:xfrm rot="5400000">
            <a:off x="6181589" y="4100565"/>
            <a:ext cx="184586" cy="490771"/>
          </a:xfrm>
          <a:prstGeom prst="bentConnector2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3" name="Rectangle: Rounded Corners 612">
            <a:extLst>
              <a:ext uri="{FF2B5EF4-FFF2-40B4-BE49-F238E27FC236}">
                <a16:creationId xmlns:a16="http://schemas.microsoft.com/office/drawing/2014/main" id="{6B1BBC36-6CCD-A572-A5EA-9BA7C31DDA17}"/>
              </a:ext>
            </a:extLst>
          </p:cNvPr>
          <p:cNvSpPr/>
          <p:nvPr/>
        </p:nvSpPr>
        <p:spPr>
          <a:xfrm>
            <a:off x="6221039" y="4029026"/>
            <a:ext cx="596455" cy="224631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u="sng">
                <a:solidFill>
                  <a:schemeClr val="bg1"/>
                </a:solidFill>
                <a:latin typeface="Calibri" panose="020F0502020204030204"/>
              </a:rPr>
              <a:t>function</a:t>
            </a:r>
            <a:endParaRPr kumimoji="0" lang="en-US" sz="700" b="1" i="0" u="sng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8234A11-0B43-2445-4A6C-6D5056418DE2}"/>
              </a:ext>
            </a:extLst>
          </p:cNvPr>
          <p:cNvGrpSpPr/>
          <p:nvPr/>
        </p:nvGrpSpPr>
        <p:grpSpPr>
          <a:xfrm>
            <a:off x="4976508" y="4031244"/>
            <a:ext cx="1151919" cy="208905"/>
            <a:chOff x="5085548" y="3714240"/>
            <a:chExt cx="387736" cy="131881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125AE7D2-B16B-BDFF-22DD-847F43A71C74}"/>
                </a:ext>
              </a:extLst>
            </p:cNvPr>
            <p:cNvSpPr/>
            <p:nvPr/>
          </p:nvSpPr>
          <p:spPr>
            <a:xfrm>
              <a:off x="5085548" y="3714240"/>
              <a:ext cx="355336" cy="98910"/>
            </a:xfrm>
            <a:prstGeom prst="roundRect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600" b="1" u="sng" dirty="0">
                  <a:solidFill>
                    <a:schemeClr val="bg1"/>
                  </a:solidFill>
                </a:rPr>
                <a:t>ProcessContextualization</a:t>
              </a:r>
              <a:endParaRPr lang="en-US" sz="800" b="1" u="sng" dirty="0">
                <a:solidFill>
                  <a:schemeClr val="bg1"/>
                </a:solidFill>
              </a:endParaRPr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85370CE4-48A7-455C-EE78-3D7F8A8D868A}"/>
                </a:ext>
              </a:extLst>
            </p:cNvPr>
            <p:cNvSpPr/>
            <p:nvPr/>
          </p:nvSpPr>
          <p:spPr>
            <a:xfrm>
              <a:off x="5399244" y="3800402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7" name="TextBox 246">
            <a:extLst>
              <a:ext uri="{FF2B5EF4-FFF2-40B4-BE49-F238E27FC236}">
                <a16:creationId xmlns:a16="http://schemas.microsoft.com/office/drawing/2014/main" id="{629C2CC3-A775-5072-1DB4-4FBDCF51FB8A}"/>
              </a:ext>
            </a:extLst>
          </p:cNvPr>
          <p:cNvSpPr txBox="1"/>
          <p:nvPr/>
        </p:nvSpPr>
        <p:spPr>
          <a:xfrm>
            <a:off x="3293100" y="3025398"/>
            <a:ext cx="5517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/>
              <a:t>observes</a:t>
            </a:r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E2C57A30-68B7-ACBE-2D6B-43C2186FF51F}"/>
              </a:ext>
            </a:extLst>
          </p:cNvPr>
          <p:cNvGrpSpPr/>
          <p:nvPr/>
        </p:nvGrpSpPr>
        <p:grpSpPr>
          <a:xfrm>
            <a:off x="8302032" y="3410446"/>
            <a:ext cx="880762" cy="348423"/>
            <a:chOff x="8546371" y="3523195"/>
            <a:chExt cx="535827" cy="224487"/>
          </a:xfrm>
        </p:grpSpPr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5DAF3A5E-FDD0-1AF3-193E-8B6715D5CBED}"/>
                </a:ext>
              </a:extLst>
            </p:cNvPr>
            <p:cNvGrpSpPr/>
            <p:nvPr/>
          </p:nvGrpSpPr>
          <p:grpSpPr>
            <a:xfrm>
              <a:off x="8546371" y="3523195"/>
              <a:ext cx="535827" cy="224487"/>
              <a:chOff x="6664934" y="4240353"/>
              <a:chExt cx="798430" cy="486066"/>
            </a:xfrm>
          </p:grpSpPr>
          <p:sp>
            <p:nvSpPr>
              <p:cNvPr id="452" name="Rectangle: Rounded Corners 451">
                <a:extLst>
                  <a:ext uri="{FF2B5EF4-FFF2-40B4-BE49-F238E27FC236}">
                    <a16:creationId xmlns:a16="http://schemas.microsoft.com/office/drawing/2014/main" id="{959435D4-B57B-2178-D0CA-E129782D4956}"/>
                  </a:ext>
                </a:extLst>
              </p:cNvPr>
              <p:cNvSpPr/>
              <p:nvPr/>
            </p:nvSpPr>
            <p:spPr>
              <a:xfrm>
                <a:off x="6664934" y="4240353"/>
                <a:ext cx="798430" cy="25451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b="1" u="sng">
                    <a:solidFill>
                      <a:prstClr val="black"/>
                    </a:solidFill>
                    <a:latin typeface="Calibri" panose="020F0502020204030204"/>
                  </a:rPr>
                  <a:t>Person-of-focus</a:t>
                </a:r>
                <a:endParaRPr kumimoji="0" lang="en-US" sz="800" b="1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Rectangle 452">
                <a:extLst>
                  <a:ext uri="{FF2B5EF4-FFF2-40B4-BE49-F238E27FC236}">
                    <a16:creationId xmlns:a16="http://schemas.microsoft.com/office/drawing/2014/main" id="{909D181D-5861-9598-10BC-901C2A55C6BD}"/>
                  </a:ext>
                </a:extLst>
              </p:cNvPr>
              <p:cNvSpPr/>
              <p:nvPr/>
            </p:nvSpPr>
            <p:spPr>
              <a:xfrm>
                <a:off x="7061251" y="4643930"/>
                <a:ext cx="130915" cy="8248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32BBDCA2-3554-3EEF-2CB0-A67D5B47679C}"/>
                </a:ext>
              </a:extLst>
            </p:cNvPr>
            <p:cNvSpPr/>
            <p:nvPr/>
          </p:nvSpPr>
          <p:spPr>
            <a:xfrm>
              <a:off x="9005689" y="3604096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700806D2-960D-5C26-1952-04128B0EF00B}"/>
              </a:ext>
            </a:extLst>
          </p:cNvPr>
          <p:cNvGrpSpPr/>
          <p:nvPr/>
        </p:nvGrpSpPr>
        <p:grpSpPr>
          <a:xfrm>
            <a:off x="7197811" y="4675957"/>
            <a:ext cx="1182235" cy="337215"/>
            <a:chOff x="7197811" y="4675957"/>
            <a:chExt cx="1182235" cy="337215"/>
          </a:xfrm>
        </p:grpSpPr>
        <p:sp>
          <p:nvSpPr>
            <p:cNvPr id="12" name="Pentagon 11">
              <a:extLst>
                <a:ext uri="{FF2B5EF4-FFF2-40B4-BE49-F238E27FC236}">
                  <a16:creationId xmlns:a16="http://schemas.microsoft.com/office/drawing/2014/main" id="{5157D7BB-904A-B850-3329-493B073B32D0}"/>
                </a:ext>
              </a:extLst>
            </p:cNvPr>
            <p:cNvSpPr/>
            <p:nvPr/>
          </p:nvSpPr>
          <p:spPr>
            <a:xfrm>
              <a:off x="7197811" y="4675957"/>
              <a:ext cx="1182235" cy="337215"/>
            </a:xfrm>
            <a:prstGeom prst="pentagon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u="sng">
                  <a:solidFill>
                    <a:schemeClr val="bg1"/>
                  </a:solidFill>
                  <a:latin typeface="Calibri" panose="020F0502020204030204"/>
                </a:rPr>
                <a:t>Impairments</a:t>
              </a:r>
              <a:endPara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F85AA4BE-9DAB-AB24-0AEE-EB88DBD7F033}"/>
                </a:ext>
              </a:extLst>
            </p:cNvPr>
            <p:cNvSpPr/>
            <p:nvPr/>
          </p:nvSpPr>
          <p:spPr>
            <a:xfrm>
              <a:off x="8167284" y="4915265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362E6AA9-2805-E553-06D9-02B210740616}"/>
                </a:ext>
              </a:extLst>
            </p:cNvPr>
            <p:cNvSpPr/>
            <p:nvPr/>
          </p:nvSpPr>
          <p:spPr>
            <a:xfrm>
              <a:off x="8234699" y="4836115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BB79FF10-E354-7547-7E40-C1A5635019A3}"/>
              </a:ext>
            </a:extLst>
          </p:cNvPr>
          <p:cNvGrpSpPr/>
          <p:nvPr/>
        </p:nvGrpSpPr>
        <p:grpSpPr>
          <a:xfrm>
            <a:off x="8959729" y="4282480"/>
            <a:ext cx="654969" cy="403154"/>
            <a:chOff x="8959729" y="4282480"/>
            <a:chExt cx="654969" cy="403154"/>
          </a:xfrm>
        </p:grpSpPr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A1589547-F0BF-5689-8847-BF1026ACC26B}"/>
                </a:ext>
              </a:extLst>
            </p:cNvPr>
            <p:cNvGrpSpPr/>
            <p:nvPr/>
          </p:nvGrpSpPr>
          <p:grpSpPr>
            <a:xfrm>
              <a:off x="8959729" y="4282480"/>
              <a:ext cx="576905" cy="403154"/>
              <a:chOff x="8959729" y="4282480"/>
              <a:chExt cx="576905" cy="403154"/>
            </a:xfrm>
          </p:grpSpPr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393198AB-47AD-9867-CAF0-9F1ABFFDE9A2}"/>
                  </a:ext>
                </a:extLst>
              </p:cNvPr>
              <p:cNvSpPr/>
              <p:nvPr/>
            </p:nvSpPr>
            <p:spPr>
              <a:xfrm>
                <a:off x="8959729" y="4331065"/>
                <a:ext cx="74040" cy="45719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1E3444AA-A73C-8D1D-5B85-F79C99B3EAAF}"/>
                  </a:ext>
                </a:extLst>
              </p:cNvPr>
              <p:cNvSpPr/>
              <p:nvPr/>
            </p:nvSpPr>
            <p:spPr>
              <a:xfrm>
                <a:off x="9082200" y="4282480"/>
                <a:ext cx="74040" cy="45719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D96F1DF3-E610-DD74-647C-606F72DFA416}"/>
                  </a:ext>
                </a:extLst>
              </p:cNvPr>
              <p:cNvSpPr/>
              <p:nvPr/>
            </p:nvSpPr>
            <p:spPr>
              <a:xfrm>
                <a:off x="9462594" y="4639915"/>
                <a:ext cx="74040" cy="45719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F9FF883B-D0B8-6839-94B6-1F02ED18984E}"/>
                </a:ext>
              </a:extLst>
            </p:cNvPr>
            <p:cNvSpPr/>
            <p:nvPr/>
          </p:nvSpPr>
          <p:spPr>
            <a:xfrm>
              <a:off x="9540658" y="4382996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1" name="Oval 330">
            <a:extLst>
              <a:ext uri="{FF2B5EF4-FFF2-40B4-BE49-F238E27FC236}">
                <a16:creationId xmlns:a16="http://schemas.microsoft.com/office/drawing/2014/main" id="{59C48853-6C4E-4BC3-9E12-BB8AEE9C4AC6}"/>
              </a:ext>
            </a:extLst>
          </p:cNvPr>
          <p:cNvSpPr/>
          <p:nvPr/>
        </p:nvSpPr>
        <p:spPr>
          <a:xfrm>
            <a:off x="9492199" y="4579489"/>
            <a:ext cx="74040" cy="4571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A9396328-1C4F-ACCA-5BE2-2142DECB82F7}"/>
              </a:ext>
            </a:extLst>
          </p:cNvPr>
          <p:cNvGrpSpPr/>
          <p:nvPr/>
        </p:nvGrpSpPr>
        <p:grpSpPr>
          <a:xfrm>
            <a:off x="10244795" y="5842684"/>
            <a:ext cx="572838" cy="267062"/>
            <a:chOff x="10199600" y="5842684"/>
            <a:chExt cx="572838" cy="267062"/>
          </a:xfrm>
        </p:grpSpPr>
        <p:sp>
          <p:nvSpPr>
            <p:cNvPr id="317" name="Rectangle: Rounded Corners 316">
              <a:extLst>
                <a:ext uri="{FF2B5EF4-FFF2-40B4-BE49-F238E27FC236}">
                  <a16:creationId xmlns:a16="http://schemas.microsoft.com/office/drawing/2014/main" id="{930F62AD-7AD9-9B33-B79F-F1F896B368CB}"/>
                </a:ext>
              </a:extLst>
            </p:cNvPr>
            <p:cNvSpPr/>
            <p:nvPr/>
          </p:nvSpPr>
          <p:spPr>
            <a:xfrm>
              <a:off x="10199600" y="5842684"/>
              <a:ext cx="572838" cy="267062"/>
            </a:xfrm>
            <a:prstGeom prst="roundRect">
              <a:avLst/>
            </a:prstGeom>
            <a:solidFill>
              <a:srgbClr val="AA72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Mind</a:t>
              </a:r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93C8D460-E20B-C4C8-C6DE-C75B330B7A35}"/>
                </a:ext>
              </a:extLst>
            </p:cNvPr>
            <p:cNvSpPr/>
            <p:nvPr/>
          </p:nvSpPr>
          <p:spPr>
            <a:xfrm>
              <a:off x="10694145" y="5946014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6F3DE7D4-44CD-C60D-41EE-A4808923E07F}"/>
              </a:ext>
            </a:extLst>
          </p:cNvPr>
          <p:cNvGrpSpPr/>
          <p:nvPr/>
        </p:nvGrpSpPr>
        <p:grpSpPr>
          <a:xfrm>
            <a:off x="10062292" y="4723774"/>
            <a:ext cx="800716" cy="319421"/>
            <a:chOff x="10062292" y="4723774"/>
            <a:chExt cx="800716" cy="319421"/>
          </a:xfrm>
        </p:grpSpPr>
        <p:sp>
          <p:nvSpPr>
            <p:cNvPr id="312" name="Rectangle: Rounded Corners 311">
              <a:extLst>
                <a:ext uri="{FF2B5EF4-FFF2-40B4-BE49-F238E27FC236}">
                  <a16:creationId xmlns:a16="http://schemas.microsoft.com/office/drawing/2014/main" id="{F6F6467D-2F51-638F-620D-80DDB5477425}"/>
                </a:ext>
              </a:extLst>
            </p:cNvPr>
            <p:cNvSpPr/>
            <p:nvPr/>
          </p:nvSpPr>
          <p:spPr>
            <a:xfrm>
              <a:off x="10076512" y="4723774"/>
              <a:ext cx="786496" cy="319421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sng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Body Structures</a:t>
              </a: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2BB04E87-01E2-BEE2-5F7C-23307A55D58C}"/>
                </a:ext>
              </a:extLst>
            </p:cNvPr>
            <p:cNvSpPr/>
            <p:nvPr/>
          </p:nvSpPr>
          <p:spPr>
            <a:xfrm>
              <a:off x="10066526" y="4769364"/>
              <a:ext cx="74040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C72B472C-562F-ECEB-78DB-2740F7AE3D19}"/>
                </a:ext>
              </a:extLst>
            </p:cNvPr>
            <p:cNvSpPr/>
            <p:nvPr/>
          </p:nvSpPr>
          <p:spPr>
            <a:xfrm>
              <a:off x="10062292" y="4845498"/>
              <a:ext cx="74040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1609726F-BF04-ADC4-AD92-6C244F1A9253}"/>
              </a:ext>
            </a:extLst>
          </p:cNvPr>
          <p:cNvGrpSpPr/>
          <p:nvPr/>
        </p:nvGrpSpPr>
        <p:grpSpPr>
          <a:xfrm>
            <a:off x="9967101" y="4059104"/>
            <a:ext cx="1037835" cy="509594"/>
            <a:chOff x="9967101" y="4059104"/>
            <a:chExt cx="1037835" cy="509594"/>
          </a:xfrm>
        </p:grpSpPr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8610A567-150D-80C5-2938-A9DE6C7AFA6E}"/>
                </a:ext>
              </a:extLst>
            </p:cNvPr>
            <p:cNvGrpSpPr/>
            <p:nvPr/>
          </p:nvGrpSpPr>
          <p:grpSpPr>
            <a:xfrm>
              <a:off x="9967101" y="4059104"/>
              <a:ext cx="1037835" cy="509594"/>
              <a:chOff x="7450790" y="5378377"/>
              <a:chExt cx="1037835" cy="509594"/>
            </a:xfrm>
          </p:grpSpPr>
          <p:sp>
            <p:nvSpPr>
              <p:cNvPr id="268" name="Pentagon 267">
                <a:extLst>
                  <a:ext uri="{FF2B5EF4-FFF2-40B4-BE49-F238E27FC236}">
                    <a16:creationId xmlns:a16="http://schemas.microsoft.com/office/drawing/2014/main" id="{DF1C2CBD-9492-131F-A150-9D0C23BEC22A}"/>
                  </a:ext>
                </a:extLst>
              </p:cNvPr>
              <p:cNvSpPr/>
              <p:nvPr/>
            </p:nvSpPr>
            <p:spPr>
              <a:xfrm>
                <a:off x="7450790" y="5378377"/>
                <a:ext cx="1037835" cy="509594"/>
              </a:xfrm>
              <a:prstGeom prst="pentagon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Personal Background Factors</a:t>
                </a:r>
              </a:p>
            </p:txBody>
          </p:sp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E79BCB4C-9DDE-1790-E8F2-02267DFF1145}"/>
                  </a:ext>
                </a:extLst>
              </p:cNvPr>
              <p:cNvSpPr/>
              <p:nvPr/>
            </p:nvSpPr>
            <p:spPr>
              <a:xfrm>
                <a:off x="7537189" y="5664803"/>
                <a:ext cx="96845" cy="84896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197902D6-D1F2-659C-7559-39B7390CCFCC}"/>
                </a:ext>
              </a:extLst>
            </p:cNvPr>
            <p:cNvSpPr/>
            <p:nvPr/>
          </p:nvSpPr>
          <p:spPr>
            <a:xfrm>
              <a:off x="10786976" y="4451663"/>
              <a:ext cx="74040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942DD83A-A719-31D8-B5DB-84516D9DFCE1}"/>
              </a:ext>
            </a:extLst>
          </p:cNvPr>
          <p:cNvGrpSpPr/>
          <p:nvPr/>
        </p:nvGrpSpPr>
        <p:grpSpPr>
          <a:xfrm>
            <a:off x="7320519" y="5247829"/>
            <a:ext cx="883104" cy="338555"/>
            <a:chOff x="7320519" y="5247829"/>
            <a:chExt cx="883104" cy="338555"/>
          </a:xfrm>
        </p:grpSpPr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3C3CB84A-1BE4-F610-D3EA-3AA6998C13F7}"/>
                </a:ext>
              </a:extLst>
            </p:cNvPr>
            <p:cNvGrpSpPr/>
            <p:nvPr/>
          </p:nvGrpSpPr>
          <p:grpSpPr>
            <a:xfrm>
              <a:off x="7320519" y="5247829"/>
              <a:ext cx="883104" cy="338555"/>
              <a:chOff x="6654284" y="5259238"/>
              <a:chExt cx="883104" cy="338555"/>
            </a:xfrm>
          </p:grpSpPr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8A3AAD1F-2758-F665-680B-57FE23E58D47}"/>
                  </a:ext>
                </a:extLst>
              </p:cNvPr>
              <p:cNvSpPr/>
              <p:nvPr/>
            </p:nvSpPr>
            <p:spPr>
              <a:xfrm>
                <a:off x="6654284" y="5259238"/>
                <a:ext cx="883104" cy="338555"/>
              </a:xfrm>
              <a:prstGeom prst="roundRect">
                <a:avLst/>
              </a:prstGeom>
              <a:solidFill>
                <a:srgbClr val="AA72D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sng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Mental Functions</a:t>
                </a:r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8EC092D6-9423-F9C0-4523-3ABD36C4CFC8}"/>
                  </a:ext>
                </a:extLst>
              </p:cNvPr>
              <p:cNvSpPr/>
              <p:nvPr/>
            </p:nvSpPr>
            <p:spPr>
              <a:xfrm>
                <a:off x="7198314" y="5532052"/>
                <a:ext cx="80892" cy="4571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AF59A06E-AF1B-644F-B739-4EDC7B21B2C0}"/>
                </a:ext>
              </a:extLst>
            </p:cNvPr>
            <p:cNvSpPr/>
            <p:nvPr/>
          </p:nvSpPr>
          <p:spPr>
            <a:xfrm>
              <a:off x="8113765" y="5518532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F0D1FB90-4775-EC4C-B550-457101E8701D}"/>
              </a:ext>
            </a:extLst>
          </p:cNvPr>
          <p:cNvCxnSpPr>
            <a:cxnSpLocks/>
            <a:endCxn id="326" idx="5"/>
          </p:cNvCxnSpPr>
          <p:nvPr/>
        </p:nvCxnSpPr>
        <p:spPr>
          <a:xfrm flipH="1">
            <a:off x="9603855" y="4417993"/>
            <a:ext cx="463828" cy="4027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TextBox 408">
            <a:extLst>
              <a:ext uri="{FF2B5EF4-FFF2-40B4-BE49-F238E27FC236}">
                <a16:creationId xmlns:a16="http://schemas.microsoft.com/office/drawing/2014/main" id="{D85AAA66-CE01-E347-2719-9191ABBC1B5A}"/>
              </a:ext>
            </a:extLst>
          </p:cNvPr>
          <p:cNvSpPr txBox="1"/>
          <p:nvPr/>
        </p:nvSpPr>
        <p:spPr>
          <a:xfrm>
            <a:off x="1713051" y="2511010"/>
            <a:ext cx="10279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i="1">
                <a:solidFill>
                  <a:prstClr val="black"/>
                </a:solidFill>
                <a:latin typeface="Calibri" panose="020F0502020204030204"/>
              </a:rPr>
              <a:t>observes</a:t>
            </a:r>
            <a:endParaRPr kumimoji="0" lang="en-US" sz="7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10" name="Straight Arrow Connector 409">
            <a:extLst>
              <a:ext uri="{FF2B5EF4-FFF2-40B4-BE49-F238E27FC236}">
                <a16:creationId xmlns:a16="http://schemas.microsoft.com/office/drawing/2014/main" id="{94EABD8B-D8AA-1AD6-1F64-A9DCC92509C2}"/>
              </a:ext>
            </a:extLst>
          </p:cNvPr>
          <p:cNvCxnSpPr>
            <a:cxnSpLocks/>
          </p:cNvCxnSpPr>
          <p:nvPr/>
        </p:nvCxnSpPr>
        <p:spPr>
          <a:xfrm>
            <a:off x="1857057" y="2675005"/>
            <a:ext cx="795183" cy="0"/>
          </a:xfrm>
          <a:prstGeom prst="straightConnector1">
            <a:avLst/>
          </a:prstGeom>
          <a:ln w="19050">
            <a:solidFill>
              <a:srgbClr val="BF9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97CA999-F3CC-1763-633A-346ACB364D00}"/>
              </a:ext>
            </a:extLst>
          </p:cNvPr>
          <p:cNvCxnSpPr>
            <a:cxnSpLocks/>
            <a:stCxn id="373" idx="2"/>
            <a:endCxn id="343" idx="4"/>
          </p:cNvCxnSpPr>
          <p:nvPr/>
        </p:nvCxnSpPr>
        <p:spPr>
          <a:xfrm rot="10800000">
            <a:off x="4662166" y="4048461"/>
            <a:ext cx="510954" cy="35227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Arrow Connector 508">
            <a:extLst>
              <a:ext uri="{FF2B5EF4-FFF2-40B4-BE49-F238E27FC236}">
                <a16:creationId xmlns:a16="http://schemas.microsoft.com/office/drawing/2014/main" id="{46C81C5F-ED5C-905A-2E53-219E5D1FCB7F}"/>
              </a:ext>
            </a:extLst>
          </p:cNvPr>
          <p:cNvCxnSpPr>
            <a:cxnSpLocks/>
            <a:stCxn id="607" idx="0"/>
            <a:endCxn id="505" idx="4"/>
          </p:cNvCxnSpPr>
          <p:nvPr/>
        </p:nvCxnSpPr>
        <p:spPr>
          <a:xfrm flipV="1">
            <a:off x="4333886" y="4048919"/>
            <a:ext cx="9044" cy="4060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: Elbow 517">
            <a:extLst>
              <a:ext uri="{FF2B5EF4-FFF2-40B4-BE49-F238E27FC236}">
                <a16:creationId xmlns:a16="http://schemas.microsoft.com/office/drawing/2014/main" id="{A25918B3-B903-55B6-918B-9378FDF8C1B7}"/>
              </a:ext>
            </a:extLst>
          </p:cNvPr>
          <p:cNvCxnSpPr>
            <a:cxnSpLocks/>
            <a:stCxn id="313" idx="1"/>
            <a:endCxn id="529" idx="6"/>
          </p:cNvCxnSpPr>
          <p:nvPr/>
        </p:nvCxnSpPr>
        <p:spPr>
          <a:xfrm rot="10800000">
            <a:off x="6022151" y="4845317"/>
            <a:ext cx="1298368" cy="571790"/>
          </a:xfrm>
          <a:prstGeom prst="bentConnector3">
            <a:avLst>
              <a:gd name="adj1" fmla="val 89956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1" name="Group 530">
            <a:extLst>
              <a:ext uri="{FF2B5EF4-FFF2-40B4-BE49-F238E27FC236}">
                <a16:creationId xmlns:a16="http://schemas.microsoft.com/office/drawing/2014/main" id="{076DF7E2-D49F-A0F5-F26F-47D9B4C79E57}"/>
              </a:ext>
            </a:extLst>
          </p:cNvPr>
          <p:cNvGrpSpPr/>
          <p:nvPr/>
        </p:nvGrpSpPr>
        <p:grpSpPr>
          <a:xfrm>
            <a:off x="5172167" y="4679979"/>
            <a:ext cx="854817" cy="246297"/>
            <a:chOff x="5172167" y="4539302"/>
            <a:chExt cx="854817" cy="246297"/>
          </a:xfrm>
        </p:grpSpPr>
        <p:grpSp>
          <p:nvGrpSpPr>
            <p:cNvPr id="576" name="Group 575">
              <a:extLst>
                <a:ext uri="{FF2B5EF4-FFF2-40B4-BE49-F238E27FC236}">
                  <a16:creationId xmlns:a16="http://schemas.microsoft.com/office/drawing/2014/main" id="{53410048-84C0-BE98-F942-BC384CF0C87C}"/>
                </a:ext>
              </a:extLst>
            </p:cNvPr>
            <p:cNvGrpSpPr/>
            <p:nvPr/>
          </p:nvGrpSpPr>
          <p:grpSpPr>
            <a:xfrm>
              <a:off x="5172167" y="4539302"/>
              <a:ext cx="854817" cy="246297"/>
              <a:chOff x="5172167" y="4482142"/>
              <a:chExt cx="854817" cy="246297"/>
            </a:xfrm>
          </p:grpSpPr>
          <p:sp>
            <p:nvSpPr>
              <p:cNvPr id="579" name="Rectangle: Rounded Corners 578">
                <a:extLst>
                  <a:ext uri="{FF2B5EF4-FFF2-40B4-BE49-F238E27FC236}">
                    <a16:creationId xmlns:a16="http://schemas.microsoft.com/office/drawing/2014/main" id="{BB6480FF-401C-329F-709D-9A58380E26CA}"/>
                  </a:ext>
                </a:extLst>
              </p:cNvPr>
              <p:cNvSpPr/>
              <p:nvPr/>
            </p:nvSpPr>
            <p:spPr>
              <a:xfrm>
                <a:off x="5172167" y="4482142"/>
                <a:ext cx="849767" cy="246297"/>
              </a:xfrm>
              <a:prstGeom prst="roundRect">
                <a:avLst/>
              </a:prstGeom>
              <a:solidFill>
                <a:srgbClr val="385B6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1" u="sng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Mental Functioning</a:t>
                </a:r>
              </a:p>
            </p:txBody>
          </p:sp>
          <p:sp>
            <p:nvSpPr>
              <p:cNvPr id="582" name="Oval 581">
                <a:extLst>
                  <a:ext uri="{FF2B5EF4-FFF2-40B4-BE49-F238E27FC236}">
                    <a16:creationId xmlns:a16="http://schemas.microsoft.com/office/drawing/2014/main" id="{FE3A8EC3-85A2-ACCB-FF27-0CF6EB1CE4C4}"/>
                  </a:ext>
                </a:extLst>
              </p:cNvPr>
              <p:cNvSpPr/>
              <p:nvPr/>
            </p:nvSpPr>
            <p:spPr>
              <a:xfrm>
                <a:off x="5945109" y="4529693"/>
                <a:ext cx="74040" cy="45719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3" name="Oval 582">
                <a:extLst>
                  <a:ext uri="{FF2B5EF4-FFF2-40B4-BE49-F238E27FC236}">
                    <a16:creationId xmlns:a16="http://schemas.microsoft.com/office/drawing/2014/main" id="{94161BCA-4E03-7047-0C7A-0B2744B2C4B7}"/>
                  </a:ext>
                </a:extLst>
              </p:cNvPr>
              <p:cNvSpPr/>
              <p:nvPr/>
            </p:nvSpPr>
            <p:spPr>
              <a:xfrm>
                <a:off x="5952944" y="4635845"/>
                <a:ext cx="74040" cy="45719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29" name="Oval 528">
              <a:extLst>
                <a:ext uri="{FF2B5EF4-FFF2-40B4-BE49-F238E27FC236}">
                  <a16:creationId xmlns:a16="http://schemas.microsoft.com/office/drawing/2014/main" id="{C6FA93E0-BACD-FF1A-9E7D-E18974513ABC}"/>
                </a:ext>
              </a:extLst>
            </p:cNvPr>
            <p:cNvSpPr/>
            <p:nvPr/>
          </p:nvSpPr>
          <p:spPr>
            <a:xfrm>
              <a:off x="5976432" y="468178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8" name="TextBox 537">
            <a:extLst>
              <a:ext uri="{FF2B5EF4-FFF2-40B4-BE49-F238E27FC236}">
                <a16:creationId xmlns:a16="http://schemas.microsoft.com/office/drawing/2014/main" id="{9690DD01-8D6D-3265-1F60-10C7AC916589}"/>
              </a:ext>
            </a:extLst>
          </p:cNvPr>
          <p:cNvSpPr txBox="1"/>
          <p:nvPr/>
        </p:nvSpPr>
        <p:spPr>
          <a:xfrm>
            <a:off x="6134212" y="5223937"/>
            <a:ext cx="6624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dirty="0">
                <a:solidFill>
                  <a:prstClr val="black"/>
                </a:solidFill>
                <a:latin typeface="Calibri" panose="020F0502020204030204"/>
              </a:rPr>
              <a:t>Realized-in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47" name="Group 546">
            <a:extLst>
              <a:ext uri="{FF2B5EF4-FFF2-40B4-BE49-F238E27FC236}">
                <a16:creationId xmlns:a16="http://schemas.microsoft.com/office/drawing/2014/main" id="{4A8D0178-5247-8A48-C2D5-45FF00AC5CDD}"/>
              </a:ext>
            </a:extLst>
          </p:cNvPr>
          <p:cNvGrpSpPr/>
          <p:nvPr/>
        </p:nvGrpSpPr>
        <p:grpSpPr>
          <a:xfrm>
            <a:off x="8807930" y="5220918"/>
            <a:ext cx="854273" cy="402357"/>
            <a:chOff x="8807930" y="5220918"/>
            <a:chExt cx="854273" cy="402357"/>
          </a:xfrm>
        </p:grpSpPr>
        <p:sp>
          <p:nvSpPr>
            <p:cNvPr id="311" name="Rectangle: Rounded Corners 310">
              <a:extLst>
                <a:ext uri="{FF2B5EF4-FFF2-40B4-BE49-F238E27FC236}">
                  <a16:creationId xmlns:a16="http://schemas.microsoft.com/office/drawing/2014/main" id="{7534BF5D-7EF5-6847-98CD-406000C2C869}"/>
                </a:ext>
              </a:extLst>
            </p:cNvPr>
            <p:cNvSpPr/>
            <p:nvPr/>
          </p:nvSpPr>
          <p:spPr>
            <a:xfrm>
              <a:off x="8807930" y="5220918"/>
              <a:ext cx="854273" cy="40235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sng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Body Functions</a:t>
              </a:r>
            </a:p>
          </p:txBody>
        </p:sp>
        <p:sp>
          <p:nvSpPr>
            <p:cNvPr id="545" name="Oval 544">
              <a:extLst>
                <a:ext uri="{FF2B5EF4-FFF2-40B4-BE49-F238E27FC236}">
                  <a16:creationId xmlns:a16="http://schemas.microsoft.com/office/drawing/2014/main" id="{F9E3280A-4AF5-D255-AE18-CB0B475997CF}"/>
                </a:ext>
              </a:extLst>
            </p:cNvPr>
            <p:cNvSpPr/>
            <p:nvPr/>
          </p:nvSpPr>
          <p:spPr>
            <a:xfrm>
              <a:off x="8825307" y="5220918"/>
              <a:ext cx="45719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58" name="Straight Arrow Connector 557">
            <a:extLst>
              <a:ext uri="{FF2B5EF4-FFF2-40B4-BE49-F238E27FC236}">
                <a16:creationId xmlns:a16="http://schemas.microsoft.com/office/drawing/2014/main" id="{CDA22FB5-7224-3B83-BADD-D1A94C0FF0D8}"/>
              </a:ext>
            </a:extLst>
          </p:cNvPr>
          <p:cNvCxnSpPr>
            <a:cxnSpLocks/>
            <a:stCxn id="292" idx="1"/>
            <a:endCxn id="259" idx="5"/>
          </p:cNvCxnSpPr>
          <p:nvPr/>
        </p:nvCxnSpPr>
        <p:spPr>
          <a:xfrm flipH="1">
            <a:off x="8069572" y="2076753"/>
            <a:ext cx="231411" cy="72481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: Elbow 194">
            <a:extLst>
              <a:ext uri="{FF2B5EF4-FFF2-40B4-BE49-F238E27FC236}">
                <a16:creationId xmlns:a16="http://schemas.microsoft.com/office/drawing/2014/main" id="{CFB9FFA1-452C-E823-34A8-053AC75EF6F0}"/>
              </a:ext>
            </a:extLst>
          </p:cNvPr>
          <p:cNvCxnSpPr>
            <a:cxnSpLocks/>
            <a:stCxn id="115" idx="3"/>
            <a:endCxn id="381" idx="6"/>
          </p:cNvCxnSpPr>
          <p:nvPr/>
        </p:nvCxnSpPr>
        <p:spPr>
          <a:xfrm flipH="1">
            <a:off x="11869088" y="257680"/>
            <a:ext cx="6294" cy="1294420"/>
          </a:xfrm>
          <a:prstGeom prst="bentConnector3">
            <a:avLst>
              <a:gd name="adj1" fmla="val -3632031"/>
            </a:avLst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: Elbow 233">
            <a:extLst>
              <a:ext uri="{FF2B5EF4-FFF2-40B4-BE49-F238E27FC236}">
                <a16:creationId xmlns:a16="http://schemas.microsoft.com/office/drawing/2014/main" id="{297D6395-303E-1EBD-15D8-D495924A4B2D}"/>
              </a:ext>
            </a:extLst>
          </p:cNvPr>
          <p:cNvCxnSpPr>
            <a:cxnSpLocks/>
            <a:stCxn id="149" idx="3"/>
            <a:endCxn id="382" idx="6"/>
          </p:cNvCxnSpPr>
          <p:nvPr/>
        </p:nvCxnSpPr>
        <p:spPr>
          <a:xfrm flipH="1">
            <a:off x="11860505" y="786661"/>
            <a:ext cx="35081" cy="615185"/>
          </a:xfrm>
          <a:prstGeom prst="bentConnector3">
            <a:avLst>
              <a:gd name="adj1" fmla="val -286232"/>
            </a:avLst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: Elbow 243">
            <a:extLst>
              <a:ext uri="{FF2B5EF4-FFF2-40B4-BE49-F238E27FC236}">
                <a16:creationId xmlns:a16="http://schemas.microsoft.com/office/drawing/2014/main" id="{CE5DA517-252F-689F-1A77-38F7C515053C}"/>
              </a:ext>
            </a:extLst>
          </p:cNvPr>
          <p:cNvCxnSpPr>
            <a:cxnSpLocks/>
            <a:stCxn id="341" idx="4"/>
            <a:endCxn id="330" idx="6"/>
          </p:cNvCxnSpPr>
          <p:nvPr/>
        </p:nvCxnSpPr>
        <p:spPr>
          <a:xfrm rot="5400000">
            <a:off x="9105616" y="1746048"/>
            <a:ext cx="251412" cy="344929"/>
          </a:xfrm>
          <a:prstGeom prst="bentConnector2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: Elbow 269">
            <a:extLst>
              <a:ext uri="{FF2B5EF4-FFF2-40B4-BE49-F238E27FC236}">
                <a16:creationId xmlns:a16="http://schemas.microsoft.com/office/drawing/2014/main" id="{E57770C7-ABBE-87A4-1624-0A27C509528D}"/>
              </a:ext>
            </a:extLst>
          </p:cNvPr>
          <p:cNvCxnSpPr>
            <a:cxnSpLocks/>
            <a:stCxn id="275" idx="0"/>
            <a:endCxn id="319" idx="6"/>
          </p:cNvCxnSpPr>
          <p:nvPr/>
        </p:nvCxnSpPr>
        <p:spPr>
          <a:xfrm rot="16200000" flipV="1">
            <a:off x="9109321" y="2132402"/>
            <a:ext cx="236925" cy="331829"/>
          </a:xfrm>
          <a:prstGeom prst="bentConnector2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1041070E-CBAE-60E7-DEFF-35024E39490C}"/>
              </a:ext>
            </a:extLst>
          </p:cNvPr>
          <p:cNvGrpSpPr/>
          <p:nvPr/>
        </p:nvGrpSpPr>
        <p:grpSpPr>
          <a:xfrm>
            <a:off x="8720628" y="2351124"/>
            <a:ext cx="1062474" cy="453900"/>
            <a:chOff x="8720628" y="2351124"/>
            <a:chExt cx="1062474" cy="453900"/>
          </a:xfrm>
        </p:grpSpPr>
        <p:sp>
          <p:nvSpPr>
            <p:cNvPr id="281" name="Pentagon 280">
              <a:extLst>
                <a:ext uri="{FF2B5EF4-FFF2-40B4-BE49-F238E27FC236}">
                  <a16:creationId xmlns:a16="http://schemas.microsoft.com/office/drawing/2014/main" id="{501C3C3A-E209-AFB9-DA1D-3BDE8E5515CC}"/>
                </a:ext>
              </a:extLst>
            </p:cNvPr>
            <p:cNvSpPr/>
            <p:nvPr/>
          </p:nvSpPr>
          <p:spPr>
            <a:xfrm>
              <a:off x="8720628" y="2351124"/>
              <a:ext cx="1062474" cy="453900"/>
            </a:xfrm>
            <a:prstGeom prst="pentagon">
              <a:avLst/>
            </a:prstGeom>
            <a:solidFill>
              <a:srgbClr val="2F55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Contextual</a:t>
              </a:r>
              <a:r>
                <a:rPr kumimoji="0" lang="en-US" sz="800" b="1" i="0" u="sng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800" b="1" i="0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Factors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937F8263-63DD-1958-9812-EA8B2CF45C28}"/>
                </a:ext>
              </a:extLst>
            </p:cNvPr>
            <p:cNvSpPr/>
            <p:nvPr/>
          </p:nvSpPr>
          <p:spPr>
            <a:xfrm>
              <a:off x="8754683" y="2521161"/>
              <a:ext cx="93615" cy="6927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CC9B6446-69B9-8814-126F-A75FD404F98D}"/>
                </a:ext>
              </a:extLst>
            </p:cNvPr>
            <p:cNvSpPr/>
            <p:nvPr/>
          </p:nvSpPr>
          <p:spPr>
            <a:xfrm>
              <a:off x="9350078" y="2416779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85A929D1-2E9D-39C5-4CBC-786B5B8FFACB}"/>
                </a:ext>
              </a:extLst>
            </p:cNvPr>
            <p:cNvSpPr/>
            <p:nvPr/>
          </p:nvSpPr>
          <p:spPr>
            <a:xfrm>
              <a:off x="9586186" y="2607823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4583E567-FB32-B482-1445-E0F9CD95D2C5}"/>
                </a:ext>
              </a:extLst>
            </p:cNvPr>
            <p:cNvSpPr/>
            <p:nvPr/>
          </p:nvSpPr>
          <p:spPr>
            <a:xfrm>
              <a:off x="9566868" y="2472593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F1C4F4BD-1E7A-4D49-0EF7-310DFB53102B}"/>
              </a:ext>
            </a:extLst>
          </p:cNvPr>
          <p:cNvGrpSpPr/>
          <p:nvPr/>
        </p:nvGrpSpPr>
        <p:grpSpPr>
          <a:xfrm>
            <a:off x="8617724" y="1296830"/>
            <a:ext cx="1285312" cy="502884"/>
            <a:chOff x="8617724" y="1296830"/>
            <a:chExt cx="1285312" cy="502884"/>
          </a:xfrm>
        </p:grpSpPr>
        <p:sp>
          <p:nvSpPr>
            <p:cNvPr id="285" name="Pentagon 284">
              <a:extLst>
                <a:ext uri="{FF2B5EF4-FFF2-40B4-BE49-F238E27FC236}">
                  <a16:creationId xmlns:a16="http://schemas.microsoft.com/office/drawing/2014/main" id="{B941F5E2-98DE-0DDA-8A2A-D41BE13D5174}"/>
                </a:ext>
              </a:extLst>
            </p:cNvPr>
            <p:cNvSpPr/>
            <p:nvPr/>
          </p:nvSpPr>
          <p:spPr>
            <a:xfrm>
              <a:off x="8617724" y="1296830"/>
              <a:ext cx="1285312" cy="502884"/>
            </a:xfrm>
            <a:prstGeom prst="pentagon">
              <a:avLst/>
            </a:prstGeom>
            <a:solidFill>
              <a:srgbClr val="2F55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sng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Environmental Factors</a:t>
              </a:r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932D4620-81C4-C70B-ED23-1C831F3A029E}"/>
                </a:ext>
              </a:extLst>
            </p:cNvPr>
            <p:cNvSpPr/>
            <p:nvPr/>
          </p:nvSpPr>
          <p:spPr>
            <a:xfrm>
              <a:off x="9360167" y="1730404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792D0943-031D-DA90-EC29-C7E0FE3BB092}"/>
              </a:ext>
            </a:extLst>
          </p:cNvPr>
          <p:cNvGrpSpPr/>
          <p:nvPr/>
        </p:nvGrpSpPr>
        <p:grpSpPr>
          <a:xfrm>
            <a:off x="10583776" y="1271285"/>
            <a:ext cx="1285312" cy="430961"/>
            <a:chOff x="10583776" y="1271285"/>
            <a:chExt cx="1285312" cy="430961"/>
          </a:xfrm>
        </p:grpSpPr>
        <p:sp>
          <p:nvSpPr>
            <p:cNvPr id="261" name="Rectangle: Rounded Corners 260">
              <a:extLst>
                <a:ext uri="{FF2B5EF4-FFF2-40B4-BE49-F238E27FC236}">
                  <a16:creationId xmlns:a16="http://schemas.microsoft.com/office/drawing/2014/main" id="{E588D7FA-0746-8B07-BE29-ABCA02CB0543}"/>
                </a:ext>
              </a:extLst>
            </p:cNvPr>
            <p:cNvSpPr/>
            <p:nvPr/>
          </p:nvSpPr>
          <p:spPr>
            <a:xfrm>
              <a:off x="10583776" y="1271285"/>
              <a:ext cx="1285312" cy="430961"/>
            </a:xfrm>
            <a:prstGeom prst="roundRect">
              <a:avLst/>
            </a:prstGeom>
            <a:solidFill>
              <a:srgbClr val="2F55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sng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Environment</a:t>
              </a:r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C2EE7100-AADC-D2F5-18F6-B57AEF978A1A}"/>
                </a:ext>
              </a:extLst>
            </p:cNvPr>
            <p:cNvSpPr/>
            <p:nvPr/>
          </p:nvSpPr>
          <p:spPr>
            <a:xfrm>
              <a:off x="11781851" y="1520899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E4128EBA-94F7-7169-81F2-89D04056B822}"/>
                </a:ext>
              </a:extLst>
            </p:cNvPr>
            <p:cNvSpPr/>
            <p:nvPr/>
          </p:nvSpPr>
          <p:spPr>
            <a:xfrm>
              <a:off x="11773268" y="1370645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CE4F4BF1-FD0B-9BE6-B933-88BF1327F176}"/>
              </a:ext>
            </a:extLst>
          </p:cNvPr>
          <p:cNvGrpSpPr/>
          <p:nvPr/>
        </p:nvGrpSpPr>
        <p:grpSpPr>
          <a:xfrm>
            <a:off x="10576868" y="42199"/>
            <a:ext cx="1298514" cy="430961"/>
            <a:chOff x="10583776" y="-121238"/>
            <a:chExt cx="1298514" cy="430961"/>
          </a:xfrm>
        </p:grpSpPr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63A75047-875C-7CF2-53BE-91E3D8DE306B}"/>
                </a:ext>
              </a:extLst>
            </p:cNvPr>
            <p:cNvSpPr/>
            <p:nvPr/>
          </p:nvSpPr>
          <p:spPr>
            <a:xfrm>
              <a:off x="10596978" y="-121238"/>
              <a:ext cx="1285312" cy="430961"/>
            </a:xfrm>
            <a:prstGeom prst="roundRect">
              <a:avLst/>
            </a:prstGeom>
            <a:solidFill>
              <a:srgbClr val="2F55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sng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Social Environment</a:t>
              </a: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2D8471A7-35C8-02B4-DFD9-482F40DCB6C1}"/>
                </a:ext>
              </a:extLst>
            </p:cNvPr>
            <p:cNvSpPr/>
            <p:nvPr/>
          </p:nvSpPr>
          <p:spPr>
            <a:xfrm>
              <a:off x="10583776" y="134011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50CD1D4A-849E-A69C-4343-1A1DE6C58907}"/>
                </a:ext>
              </a:extLst>
            </p:cNvPr>
            <p:cNvSpPr/>
            <p:nvPr/>
          </p:nvSpPr>
          <p:spPr>
            <a:xfrm>
              <a:off x="10586789" y="-31201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128971CC-176F-224B-97C9-400A6ACA2536}"/>
              </a:ext>
            </a:extLst>
          </p:cNvPr>
          <p:cNvGrpSpPr/>
          <p:nvPr/>
        </p:nvGrpSpPr>
        <p:grpSpPr>
          <a:xfrm>
            <a:off x="8005347" y="638564"/>
            <a:ext cx="1157572" cy="464336"/>
            <a:chOff x="8005347" y="638564"/>
            <a:chExt cx="1157572" cy="381267"/>
          </a:xfrm>
        </p:grpSpPr>
        <p:sp>
          <p:nvSpPr>
            <p:cNvPr id="287" name="Pentagon 286">
              <a:extLst>
                <a:ext uri="{FF2B5EF4-FFF2-40B4-BE49-F238E27FC236}">
                  <a16:creationId xmlns:a16="http://schemas.microsoft.com/office/drawing/2014/main" id="{42C0EC05-71A4-C672-2BB4-6FED5154B426}"/>
                </a:ext>
              </a:extLst>
            </p:cNvPr>
            <p:cNvSpPr/>
            <p:nvPr/>
          </p:nvSpPr>
          <p:spPr>
            <a:xfrm>
              <a:off x="8005347" y="638564"/>
              <a:ext cx="1157572" cy="381267"/>
            </a:xfrm>
            <a:prstGeom prst="pentagon">
              <a:avLst/>
            </a:prstGeom>
            <a:solidFill>
              <a:srgbClr val="7698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Social Environments factors</a:t>
              </a:r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2FED815C-2C10-ACE5-E715-3D505F57F726}"/>
                </a:ext>
              </a:extLst>
            </p:cNvPr>
            <p:cNvSpPr/>
            <p:nvPr/>
          </p:nvSpPr>
          <p:spPr>
            <a:xfrm>
              <a:off x="8764311" y="696060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97464369-3C14-41F3-67C7-8AC2F19A96BB}"/>
              </a:ext>
            </a:extLst>
          </p:cNvPr>
          <p:cNvGrpSpPr/>
          <p:nvPr/>
        </p:nvGrpSpPr>
        <p:grpSpPr>
          <a:xfrm>
            <a:off x="9306868" y="573130"/>
            <a:ext cx="1153299" cy="529771"/>
            <a:chOff x="9306868" y="573130"/>
            <a:chExt cx="1153299" cy="529771"/>
          </a:xfrm>
        </p:grpSpPr>
        <p:sp>
          <p:nvSpPr>
            <p:cNvPr id="286" name="Pentagon 285">
              <a:extLst>
                <a:ext uri="{FF2B5EF4-FFF2-40B4-BE49-F238E27FC236}">
                  <a16:creationId xmlns:a16="http://schemas.microsoft.com/office/drawing/2014/main" id="{0F80B509-1A89-7172-5646-95096D1553DE}"/>
                </a:ext>
              </a:extLst>
            </p:cNvPr>
            <p:cNvSpPr/>
            <p:nvPr/>
          </p:nvSpPr>
          <p:spPr>
            <a:xfrm>
              <a:off x="9306868" y="573130"/>
              <a:ext cx="1153299" cy="529771"/>
            </a:xfrm>
            <a:prstGeom prst="pentagon">
              <a:avLst/>
            </a:prstGeom>
            <a:solidFill>
              <a:srgbClr val="7698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Physical Environments factors</a:t>
              </a:r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CAA0D6FF-9B02-46A9-0D7C-31C36910FCE6}"/>
                </a:ext>
              </a:extLst>
            </p:cNvPr>
            <p:cNvSpPr/>
            <p:nvPr/>
          </p:nvSpPr>
          <p:spPr>
            <a:xfrm>
              <a:off x="10105640" y="655518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E8D712E9-43AE-F067-3EB7-3317422CE93A}"/>
              </a:ext>
            </a:extLst>
          </p:cNvPr>
          <p:cNvGrpSpPr/>
          <p:nvPr/>
        </p:nvGrpSpPr>
        <p:grpSpPr>
          <a:xfrm>
            <a:off x="10597846" y="571180"/>
            <a:ext cx="1297740" cy="430961"/>
            <a:chOff x="10563662" y="374092"/>
            <a:chExt cx="1297740" cy="430961"/>
          </a:xfrm>
        </p:grpSpPr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0EBA6BB9-250C-0AED-262C-08AF1BFDE42B}"/>
                </a:ext>
              </a:extLst>
            </p:cNvPr>
            <p:cNvSpPr/>
            <p:nvPr/>
          </p:nvSpPr>
          <p:spPr>
            <a:xfrm>
              <a:off x="10576090" y="374092"/>
              <a:ext cx="1285312" cy="430961"/>
            </a:xfrm>
            <a:prstGeom prst="roundRect">
              <a:avLst/>
            </a:prstGeom>
            <a:solidFill>
              <a:srgbClr val="2F55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u="sng">
                  <a:solidFill>
                    <a:prstClr val="white"/>
                  </a:solidFill>
                  <a:latin typeface="Calibri" panose="020F0502020204030204"/>
                </a:rPr>
                <a:t>Physical</a:t>
              </a:r>
              <a:r>
                <a:rPr kumimoji="0" lang="en-US" sz="1000" b="1" i="0" u="sng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Environment</a:t>
              </a:r>
            </a:p>
          </p:txBody>
        </p:sp>
        <p:sp>
          <p:nvSpPr>
            <p:cNvPr id="398" name="Oval 397">
              <a:extLst>
                <a:ext uri="{FF2B5EF4-FFF2-40B4-BE49-F238E27FC236}">
                  <a16:creationId xmlns:a16="http://schemas.microsoft.com/office/drawing/2014/main" id="{0F7B1D17-0026-BCB4-313B-C267FE05B686}"/>
                </a:ext>
              </a:extLst>
            </p:cNvPr>
            <p:cNvSpPr/>
            <p:nvPr/>
          </p:nvSpPr>
          <p:spPr>
            <a:xfrm>
              <a:off x="10563662" y="426026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F4B1EAC1-0DD5-8494-BBFE-B3375EF697C7}"/>
              </a:ext>
            </a:extLst>
          </p:cNvPr>
          <p:cNvGrpSpPr/>
          <p:nvPr/>
        </p:nvGrpSpPr>
        <p:grpSpPr>
          <a:xfrm>
            <a:off x="2829357" y="4662893"/>
            <a:ext cx="806699" cy="276999"/>
            <a:chOff x="2829357" y="4662893"/>
            <a:chExt cx="806699" cy="276999"/>
          </a:xfrm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3B24A82C-A079-DD71-3E23-60C6D9D510BF}"/>
                </a:ext>
              </a:extLst>
            </p:cNvPr>
            <p:cNvGrpSpPr/>
            <p:nvPr/>
          </p:nvGrpSpPr>
          <p:grpSpPr>
            <a:xfrm>
              <a:off x="2829357" y="4662893"/>
              <a:ext cx="806699" cy="276999"/>
              <a:chOff x="2829357" y="4662893"/>
              <a:chExt cx="806699" cy="276999"/>
            </a:xfrm>
          </p:grpSpPr>
          <p:sp>
            <p:nvSpPr>
              <p:cNvPr id="183" name="Rectangle: Rounded Corners 182">
                <a:extLst>
                  <a:ext uri="{FF2B5EF4-FFF2-40B4-BE49-F238E27FC236}">
                    <a16:creationId xmlns:a16="http://schemas.microsoft.com/office/drawing/2014/main" id="{A3580476-E4DA-D081-B9E1-3B56EF7E2A51}"/>
                  </a:ext>
                </a:extLst>
              </p:cNvPr>
              <p:cNvSpPr/>
              <p:nvPr/>
            </p:nvSpPr>
            <p:spPr>
              <a:xfrm>
                <a:off x="2838160" y="4662893"/>
                <a:ext cx="797896" cy="276999"/>
              </a:xfrm>
              <a:prstGeom prst="roundRect">
                <a:avLst>
                  <a:gd name="adj" fmla="val 0"/>
                </a:avLst>
              </a:prstGeom>
              <a:solidFill>
                <a:srgbClr val="385B6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sng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Participation</a:t>
                </a:r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67E8F96B-2CB9-42AB-0368-5EE2758D1652}"/>
                  </a:ext>
                </a:extLst>
              </p:cNvPr>
              <p:cNvSpPr/>
              <p:nvPr/>
            </p:nvSpPr>
            <p:spPr>
              <a:xfrm>
                <a:off x="2829357" y="4888081"/>
                <a:ext cx="74040" cy="45719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1B0D7D59-D6C4-CC86-A36F-632F18C9D32B}"/>
                </a:ext>
              </a:extLst>
            </p:cNvPr>
            <p:cNvSpPr/>
            <p:nvPr/>
          </p:nvSpPr>
          <p:spPr>
            <a:xfrm>
              <a:off x="2837957" y="4884696"/>
              <a:ext cx="45719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EB45DA6C-4FFD-371D-EB7A-7ED75A870AD4}"/>
              </a:ext>
            </a:extLst>
          </p:cNvPr>
          <p:cNvCxnSpPr>
            <a:cxnSpLocks/>
            <a:stCxn id="281" idx="5"/>
            <a:endCxn id="260" idx="1"/>
          </p:cNvCxnSpPr>
          <p:nvPr/>
        </p:nvCxnSpPr>
        <p:spPr>
          <a:xfrm flipV="1">
            <a:off x="9783101" y="2510436"/>
            <a:ext cx="1349354" cy="14062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Arrow Connector 429">
            <a:extLst>
              <a:ext uri="{FF2B5EF4-FFF2-40B4-BE49-F238E27FC236}">
                <a16:creationId xmlns:a16="http://schemas.microsoft.com/office/drawing/2014/main" id="{63C9BD8C-AA7E-2BC4-1EAB-578A6C5A0B47}"/>
              </a:ext>
            </a:extLst>
          </p:cNvPr>
          <p:cNvCxnSpPr>
            <a:cxnSpLocks/>
            <a:stCxn id="285" idx="5"/>
            <a:endCxn id="261" idx="1"/>
          </p:cNvCxnSpPr>
          <p:nvPr/>
        </p:nvCxnSpPr>
        <p:spPr>
          <a:xfrm flipV="1">
            <a:off x="9903035" y="1486766"/>
            <a:ext cx="680741" cy="2148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Arrow Connector 433">
            <a:extLst>
              <a:ext uri="{FF2B5EF4-FFF2-40B4-BE49-F238E27FC236}">
                <a16:creationId xmlns:a16="http://schemas.microsoft.com/office/drawing/2014/main" id="{75F7A100-8A3A-05F0-63D3-1AEB5CA8BD84}"/>
              </a:ext>
            </a:extLst>
          </p:cNvPr>
          <p:cNvCxnSpPr>
            <a:cxnSpLocks/>
            <a:stCxn id="286" idx="5"/>
            <a:endCxn id="149" idx="1"/>
          </p:cNvCxnSpPr>
          <p:nvPr/>
        </p:nvCxnSpPr>
        <p:spPr>
          <a:xfrm>
            <a:off x="10460166" y="775484"/>
            <a:ext cx="150108" cy="11177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C911089E-638D-9528-C805-58DC15FCD670}"/>
              </a:ext>
            </a:extLst>
          </p:cNvPr>
          <p:cNvCxnSpPr>
            <a:cxnSpLocks/>
            <a:stCxn id="287" idx="0"/>
            <a:endCxn id="115" idx="1"/>
          </p:cNvCxnSpPr>
          <p:nvPr/>
        </p:nvCxnSpPr>
        <p:spPr>
          <a:xfrm flipV="1">
            <a:off x="8584133" y="257680"/>
            <a:ext cx="2005937" cy="380884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Arrow Connector 443">
            <a:extLst>
              <a:ext uri="{FF2B5EF4-FFF2-40B4-BE49-F238E27FC236}">
                <a16:creationId xmlns:a16="http://schemas.microsoft.com/office/drawing/2014/main" id="{B66CBC50-C605-C78A-1F53-1FAE0D126E5F}"/>
              </a:ext>
            </a:extLst>
          </p:cNvPr>
          <p:cNvCxnSpPr>
            <a:cxnSpLocks/>
            <a:stCxn id="570" idx="3"/>
            <a:endCxn id="115" idx="1"/>
          </p:cNvCxnSpPr>
          <p:nvPr/>
        </p:nvCxnSpPr>
        <p:spPr>
          <a:xfrm flipV="1">
            <a:off x="8090700" y="257680"/>
            <a:ext cx="2499370" cy="85066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5E3388C-AA7C-3096-8817-F01341AC3520}"/>
              </a:ext>
            </a:extLst>
          </p:cNvPr>
          <p:cNvSpPr/>
          <p:nvPr/>
        </p:nvSpPr>
        <p:spPr>
          <a:xfrm>
            <a:off x="9760517" y="5575758"/>
            <a:ext cx="469387" cy="1846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Internal Feedback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D361EB-DB89-BC30-557E-F19D939C0DA8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9509008" y="5539360"/>
            <a:ext cx="251509" cy="128731"/>
          </a:xfrm>
          <a:prstGeom prst="straightConnector1">
            <a:avLst/>
          </a:prstGeom>
          <a:ln w="38100">
            <a:solidFill>
              <a:srgbClr val="C55A1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05ADEB7B-2DE0-210F-FAFD-4468D73B8AEA}"/>
              </a:ext>
            </a:extLst>
          </p:cNvPr>
          <p:cNvGrpSpPr/>
          <p:nvPr/>
        </p:nvGrpSpPr>
        <p:grpSpPr>
          <a:xfrm>
            <a:off x="5177031" y="578878"/>
            <a:ext cx="4423394" cy="4809534"/>
            <a:chOff x="4447632" y="457103"/>
            <a:chExt cx="4423394" cy="4809534"/>
          </a:xfrm>
        </p:grpSpPr>
        <p:sp>
          <p:nvSpPr>
            <p:cNvPr id="515" name="Rectangle: Rounded Corners 514">
              <a:extLst>
                <a:ext uri="{FF2B5EF4-FFF2-40B4-BE49-F238E27FC236}">
                  <a16:creationId xmlns:a16="http://schemas.microsoft.com/office/drawing/2014/main" id="{C4086900-A408-D90D-DA71-C5EE3051630F}"/>
                </a:ext>
              </a:extLst>
            </p:cNvPr>
            <p:cNvSpPr/>
            <p:nvPr/>
          </p:nvSpPr>
          <p:spPr>
            <a:xfrm>
              <a:off x="4447632" y="457103"/>
              <a:ext cx="536735" cy="178683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sng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Body Functions</a:t>
              </a:r>
            </a:p>
          </p:txBody>
        </p:sp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D3008976-8050-791D-BF8D-41407F52C20B}"/>
                </a:ext>
              </a:extLst>
            </p:cNvPr>
            <p:cNvSpPr/>
            <p:nvPr/>
          </p:nvSpPr>
          <p:spPr>
            <a:xfrm>
              <a:off x="8825307" y="5220918"/>
              <a:ext cx="45719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26" name="Straight Arrow Connector 525">
            <a:extLst>
              <a:ext uri="{FF2B5EF4-FFF2-40B4-BE49-F238E27FC236}">
                <a16:creationId xmlns:a16="http://schemas.microsoft.com/office/drawing/2014/main" id="{2AA1624D-7793-D3D6-AEF3-1AE8AF4A0873}"/>
              </a:ext>
            </a:extLst>
          </p:cNvPr>
          <p:cNvCxnSpPr>
            <a:cxnSpLocks/>
            <a:stCxn id="515" idx="2"/>
            <a:endCxn id="227" idx="0"/>
          </p:cNvCxnSpPr>
          <p:nvPr/>
        </p:nvCxnSpPr>
        <p:spPr>
          <a:xfrm>
            <a:off x="5445399" y="757561"/>
            <a:ext cx="1" cy="471363"/>
          </a:xfrm>
          <a:prstGeom prst="straightConnector1">
            <a:avLst/>
          </a:prstGeom>
          <a:ln w="38100">
            <a:solidFill>
              <a:srgbClr val="C55A1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8631C4-A232-0A9C-9743-483CFF609268}"/>
              </a:ext>
            </a:extLst>
          </p:cNvPr>
          <p:cNvSpPr/>
          <p:nvPr/>
        </p:nvSpPr>
        <p:spPr>
          <a:xfrm>
            <a:off x="7737564" y="566810"/>
            <a:ext cx="87857" cy="380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7" name="Group 586">
            <a:extLst>
              <a:ext uri="{FF2B5EF4-FFF2-40B4-BE49-F238E27FC236}">
                <a16:creationId xmlns:a16="http://schemas.microsoft.com/office/drawing/2014/main" id="{454B6DED-F8BB-C232-2DBF-F34B37F7CA18}"/>
              </a:ext>
            </a:extLst>
          </p:cNvPr>
          <p:cNvGrpSpPr/>
          <p:nvPr/>
        </p:nvGrpSpPr>
        <p:grpSpPr>
          <a:xfrm>
            <a:off x="317821" y="912774"/>
            <a:ext cx="1332991" cy="1314392"/>
            <a:chOff x="1351156" y="92111"/>
            <a:chExt cx="1332991" cy="1304927"/>
          </a:xfrm>
        </p:grpSpPr>
        <p:sp>
          <p:nvSpPr>
            <p:cNvPr id="593" name="Rectangle 592">
              <a:extLst>
                <a:ext uri="{FF2B5EF4-FFF2-40B4-BE49-F238E27FC236}">
                  <a16:creationId xmlns:a16="http://schemas.microsoft.com/office/drawing/2014/main" id="{E80BF2B3-3337-8599-598E-23AF937473C7}"/>
                </a:ext>
              </a:extLst>
            </p:cNvPr>
            <p:cNvSpPr/>
            <p:nvPr/>
          </p:nvSpPr>
          <p:spPr>
            <a:xfrm>
              <a:off x="1351156" y="92111"/>
              <a:ext cx="1332991" cy="12987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4" name="Rectangle 593">
              <a:extLst>
                <a:ext uri="{FF2B5EF4-FFF2-40B4-BE49-F238E27FC236}">
                  <a16:creationId xmlns:a16="http://schemas.microsoft.com/office/drawing/2014/main" id="{35B6CF8E-0188-2D49-8E8B-AAD4FF8D581A}"/>
                </a:ext>
              </a:extLst>
            </p:cNvPr>
            <p:cNvSpPr/>
            <p:nvPr/>
          </p:nvSpPr>
          <p:spPr>
            <a:xfrm>
              <a:off x="1374765" y="116186"/>
              <a:ext cx="1269521" cy="12362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5" name="Rectangle 594">
              <a:extLst>
                <a:ext uri="{FF2B5EF4-FFF2-40B4-BE49-F238E27FC236}">
                  <a16:creationId xmlns:a16="http://schemas.microsoft.com/office/drawing/2014/main" id="{E9B7CB20-EB48-76EE-DF9B-F9B628F1F3EA}"/>
                </a:ext>
              </a:extLst>
            </p:cNvPr>
            <p:cNvSpPr/>
            <p:nvPr/>
          </p:nvSpPr>
          <p:spPr>
            <a:xfrm>
              <a:off x="1417083" y="156650"/>
              <a:ext cx="1176394" cy="10674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1" name="TextBox 610">
              <a:extLst>
                <a:ext uri="{FF2B5EF4-FFF2-40B4-BE49-F238E27FC236}">
                  <a16:creationId xmlns:a16="http://schemas.microsoft.com/office/drawing/2014/main" id="{9A3A330B-C238-A583-FF0C-832244E73675}"/>
                </a:ext>
              </a:extLst>
            </p:cNvPr>
            <p:cNvSpPr txBox="1"/>
            <p:nvPr/>
          </p:nvSpPr>
          <p:spPr>
            <a:xfrm>
              <a:off x="1385190" y="1196983"/>
              <a:ext cx="12453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>
                  <a:solidFill>
                    <a:schemeClr val="bg1"/>
                  </a:solidFill>
                </a:rPr>
                <a:t>Class Shape Legend </a:t>
              </a:r>
            </a:p>
          </p:txBody>
        </p:sp>
        <p:sp>
          <p:nvSpPr>
            <p:cNvPr id="612" name="Flowchart: Data 611">
              <a:extLst>
                <a:ext uri="{FF2B5EF4-FFF2-40B4-BE49-F238E27FC236}">
                  <a16:creationId xmlns:a16="http://schemas.microsoft.com/office/drawing/2014/main" id="{7F0E2475-2EC8-27BD-B195-E2678249F52A}"/>
                </a:ext>
              </a:extLst>
            </p:cNvPr>
            <p:cNvSpPr/>
            <p:nvPr/>
          </p:nvSpPr>
          <p:spPr>
            <a:xfrm>
              <a:off x="1484469" y="256072"/>
              <a:ext cx="1073813" cy="286659"/>
            </a:xfrm>
            <a:prstGeom prst="flowChartInputOutpu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sng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 Level Class</a:t>
              </a:r>
              <a:endParaRPr kumimoji="0" lang="en-US" sz="2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5" name="TextBox 614">
              <a:extLst>
                <a:ext uri="{FF2B5EF4-FFF2-40B4-BE49-F238E27FC236}">
                  <a16:creationId xmlns:a16="http://schemas.microsoft.com/office/drawing/2014/main" id="{0E92CD56-2659-A18A-5560-76157F70081C}"/>
                </a:ext>
              </a:extLst>
            </p:cNvPr>
            <p:cNvSpPr txBox="1"/>
            <p:nvPr/>
          </p:nvSpPr>
          <p:spPr>
            <a:xfrm>
              <a:off x="1359219" y="120561"/>
              <a:ext cx="116076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700"/>
            </a:p>
          </p:txBody>
        </p:sp>
        <p:sp>
          <p:nvSpPr>
            <p:cNvPr id="617" name="Pentagon 616">
              <a:extLst>
                <a:ext uri="{FF2B5EF4-FFF2-40B4-BE49-F238E27FC236}">
                  <a16:creationId xmlns:a16="http://schemas.microsoft.com/office/drawing/2014/main" id="{8DA292EB-D906-0031-1677-51010902F8D2}"/>
                </a:ext>
              </a:extLst>
            </p:cNvPr>
            <p:cNvSpPr/>
            <p:nvPr/>
          </p:nvSpPr>
          <p:spPr>
            <a:xfrm>
              <a:off x="1621652" y="796328"/>
              <a:ext cx="657989" cy="362585"/>
            </a:xfrm>
            <a:prstGeom prst="pentagon">
              <a:avLst/>
            </a:prstGeom>
            <a:solidFill>
              <a:srgbClr val="51838D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00" b="1">
                  <a:solidFill>
                    <a:schemeClr val="bg1"/>
                  </a:solidFill>
                  <a:latin typeface="Calibri" panose="020F0502020204030204"/>
                </a:rPr>
                <a:t>Attribute and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00" b="1">
                  <a:solidFill>
                    <a:schemeClr val="bg1"/>
                  </a:solidFill>
                  <a:latin typeface="Calibri" panose="020F0502020204030204"/>
                </a:rPr>
                <a:t>Property Classes</a:t>
              </a:r>
              <a:endParaRPr kumimoji="0" lang="en-US" sz="400" b="1" i="0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37" name="Group 636">
            <a:extLst>
              <a:ext uri="{FF2B5EF4-FFF2-40B4-BE49-F238E27FC236}">
                <a16:creationId xmlns:a16="http://schemas.microsoft.com/office/drawing/2014/main" id="{1EF31117-B4CC-9AB6-47E6-B1F70D6C5C40}"/>
              </a:ext>
            </a:extLst>
          </p:cNvPr>
          <p:cNvGrpSpPr/>
          <p:nvPr/>
        </p:nvGrpSpPr>
        <p:grpSpPr>
          <a:xfrm>
            <a:off x="698316" y="1428187"/>
            <a:ext cx="450402" cy="148783"/>
            <a:chOff x="5022882" y="3709838"/>
            <a:chExt cx="450402" cy="148783"/>
          </a:xfrm>
        </p:grpSpPr>
        <p:sp>
          <p:nvSpPr>
            <p:cNvPr id="639" name="Rectangle: Rounded Corners 638">
              <a:extLst>
                <a:ext uri="{FF2B5EF4-FFF2-40B4-BE49-F238E27FC236}">
                  <a16:creationId xmlns:a16="http://schemas.microsoft.com/office/drawing/2014/main" id="{5FEC8631-D275-45D6-005B-C7BEFD731CF3}"/>
                </a:ext>
              </a:extLst>
            </p:cNvPr>
            <p:cNvSpPr/>
            <p:nvPr/>
          </p:nvSpPr>
          <p:spPr>
            <a:xfrm>
              <a:off x="5022882" y="3709838"/>
              <a:ext cx="444928" cy="148783"/>
            </a:xfrm>
            <a:prstGeom prst="roundRect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00" b="1" u="sng">
                  <a:solidFill>
                    <a:schemeClr val="bg1"/>
                  </a:solidFill>
                  <a:latin typeface="Calibri" panose="020F0502020204030204"/>
                </a:rPr>
                <a:t>Class</a:t>
              </a:r>
              <a:endPara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69C4E120-9C28-ECBE-63AB-D6C45508413B}"/>
                </a:ext>
              </a:extLst>
            </p:cNvPr>
            <p:cNvSpPr/>
            <p:nvPr/>
          </p:nvSpPr>
          <p:spPr>
            <a:xfrm>
              <a:off x="5399244" y="3800402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30CA41BD-874B-7AE5-230A-A512578E844E}"/>
              </a:ext>
            </a:extLst>
          </p:cNvPr>
          <p:cNvCxnSpPr>
            <a:cxnSpLocks/>
            <a:stCxn id="505" idx="5"/>
            <a:endCxn id="263" idx="2"/>
          </p:cNvCxnSpPr>
          <p:nvPr/>
        </p:nvCxnSpPr>
        <p:spPr>
          <a:xfrm>
            <a:off x="4833877" y="3879379"/>
            <a:ext cx="2359257" cy="121"/>
          </a:xfrm>
          <a:prstGeom prst="straightConnector1">
            <a:avLst/>
          </a:prstGeom>
          <a:ln w="28575" cmpd="thickThin">
            <a:solidFill>
              <a:srgbClr val="518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Oval 242">
            <a:extLst>
              <a:ext uri="{FF2B5EF4-FFF2-40B4-BE49-F238E27FC236}">
                <a16:creationId xmlns:a16="http://schemas.microsoft.com/office/drawing/2014/main" id="{D729D42E-BF43-39AD-37D1-77D324CDBD77}"/>
              </a:ext>
            </a:extLst>
          </p:cNvPr>
          <p:cNvSpPr/>
          <p:nvPr/>
        </p:nvSpPr>
        <p:spPr>
          <a:xfrm>
            <a:off x="3933385" y="4470404"/>
            <a:ext cx="60833" cy="768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3AC0CCBB-6D1E-1634-E229-D1C3CD2ED283}"/>
              </a:ext>
            </a:extLst>
          </p:cNvPr>
          <p:cNvSpPr/>
          <p:nvPr/>
        </p:nvSpPr>
        <p:spPr>
          <a:xfrm>
            <a:off x="3929622" y="4706224"/>
            <a:ext cx="60833" cy="768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F37E7BFE-70B5-DBFB-6B4D-B79762A36E37}"/>
              </a:ext>
            </a:extLst>
          </p:cNvPr>
          <p:cNvSpPr/>
          <p:nvPr/>
        </p:nvSpPr>
        <p:spPr>
          <a:xfrm>
            <a:off x="4668893" y="4464669"/>
            <a:ext cx="60833" cy="768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DA7B4154-287E-94D8-257D-118E3BE2307B}"/>
              </a:ext>
            </a:extLst>
          </p:cNvPr>
          <p:cNvSpPr/>
          <p:nvPr/>
        </p:nvSpPr>
        <p:spPr>
          <a:xfrm>
            <a:off x="4667773" y="4629041"/>
            <a:ext cx="60833" cy="768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1" name="Group 760">
            <a:extLst>
              <a:ext uri="{FF2B5EF4-FFF2-40B4-BE49-F238E27FC236}">
                <a16:creationId xmlns:a16="http://schemas.microsoft.com/office/drawing/2014/main" id="{59B34E14-4AB1-09FE-41B9-399FC324A0B6}"/>
              </a:ext>
            </a:extLst>
          </p:cNvPr>
          <p:cNvGrpSpPr/>
          <p:nvPr/>
        </p:nvGrpSpPr>
        <p:grpSpPr>
          <a:xfrm>
            <a:off x="3929266" y="4454978"/>
            <a:ext cx="803891" cy="331831"/>
            <a:chOff x="3929266" y="4454978"/>
            <a:chExt cx="803891" cy="331831"/>
          </a:xfrm>
        </p:grpSpPr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C3D0C532-8859-2667-37D1-C109184676E3}"/>
                </a:ext>
              </a:extLst>
            </p:cNvPr>
            <p:cNvGrpSpPr/>
            <p:nvPr/>
          </p:nvGrpSpPr>
          <p:grpSpPr>
            <a:xfrm>
              <a:off x="3933385" y="4454978"/>
              <a:ext cx="799772" cy="331831"/>
              <a:chOff x="3918413" y="4361513"/>
              <a:chExt cx="799772" cy="331831"/>
            </a:xfrm>
          </p:grpSpPr>
          <p:grpSp>
            <p:nvGrpSpPr>
              <p:cNvPr id="597" name="Group 596">
                <a:extLst>
                  <a:ext uri="{FF2B5EF4-FFF2-40B4-BE49-F238E27FC236}">
                    <a16:creationId xmlns:a16="http://schemas.microsoft.com/office/drawing/2014/main" id="{60C0B3D1-5D16-3E07-024D-A631872D1A23}"/>
                  </a:ext>
                </a:extLst>
              </p:cNvPr>
              <p:cNvGrpSpPr/>
              <p:nvPr/>
            </p:nvGrpSpPr>
            <p:grpSpPr>
              <a:xfrm>
                <a:off x="3918413" y="4361513"/>
                <a:ext cx="799772" cy="331831"/>
                <a:chOff x="3918413" y="4361513"/>
                <a:chExt cx="799772" cy="331831"/>
              </a:xfrm>
            </p:grpSpPr>
            <p:grpSp>
              <p:nvGrpSpPr>
                <p:cNvPr id="599" name="Group 598">
                  <a:extLst>
                    <a:ext uri="{FF2B5EF4-FFF2-40B4-BE49-F238E27FC236}">
                      <a16:creationId xmlns:a16="http://schemas.microsoft.com/office/drawing/2014/main" id="{5E1555B9-4F18-E86A-9384-5F20429FA937}"/>
                    </a:ext>
                  </a:extLst>
                </p:cNvPr>
                <p:cNvGrpSpPr/>
                <p:nvPr/>
              </p:nvGrpSpPr>
              <p:grpSpPr>
                <a:xfrm>
                  <a:off x="3918413" y="4361513"/>
                  <a:ext cx="799772" cy="331831"/>
                  <a:chOff x="3110820" y="5070535"/>
                  <a:chExt cx="799772" cy="331831"/>
                </a:xfrm>
              </p:grpSpPr>
              <p:grpSp>
                <p:nvGrpSpPr>
                  <p:cNvPr id="603" name="Group 602">
                    <a:extLst>
                      <a:ext uri="{FF2B5EF4-FFF2-40B4-BE49-F238E27FC236}">
                        <a16:creationId xmlns:a16="http://schemas.microsoft.com/office/drawing/2014/main" id="{A571D245-2CE7-3468-4CA3-661C0BABB9CB}"/>
                      </a:ext>
                    </a:extLst>
                  </p:cNvPr>
                  <p:cNvGrpSpPr/>
                  <p:nvPr/>
                </p:nvGrpSpPr>
                <p:grpSpPr>
                  <a:xfrm>
                    <a:off x="3112050" y="5070535"/>
                    <a:ext cx="798542" cy="331831"/>
                    <a:chOff x="3112050" y="5067456"/>
                    <a:chExt cx="798542" cy="331831"/>
                  </a:xfrm>
                </p:grpSpPr>
                <p:sp>
                  <p:nvSpPr>
                    <p:cNvPr id="607" name="Rectangle: Rounded Corners 606">
                      <a:extLst>
                        <a:ext uri="{FF2B5EF4-FFF2-40B4-BE49-F238E27FC236}">
                          <a16:creationId xmlns:a16="http://schemas.microsoft.com/office/drawing/2014/main" id="{064D0970-54E5-B655-676D-BF7262CBF2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12050" y="5067456"/>
                      <a:ext cx="798542" cy="331831"/>
                    </a:xfrm>
                    <a:prstGeom prst="roundRect">
                      <a:avLst/>
                    </a:prstGeom>
                    <a:solidFill>
                      <a:srgbClr val="385B62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Observed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Behavior</a:t>
                      </a:r>
                    </a:p>
                  </p:txBody>
                </p:sp>
                <p:sp>
                  <p:nvSpPr>
                    <p:cNvPr id="608" name="Oval 607">
                      <a:extLst>
                        <a:ext uri="{FF2B5EF4-FFF2-40B4-BE49-F238E27FC236}">
                          <a16:creationId xmlns:a16="http://schemas.microsoft.com/office/drawing/2014/main" id="{CC02B10C-2BDF-2122-D3AB-B611E8C819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36222" y="5240099"/>
                      <a:ext cx="74040" cy="45719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09" name="Oval 608">
                      <a:extLst>
                        <a:ext uri="{FF2B5EF4-FFF2-40B4-BE49-F238E27FC236}">
                          <a16:creationId xmlns:a16="http://schemas.microsoft.com/office/drawing/2014/main" id="{2A6E146A-C99B-CD9F-56B7-DEE383A6C1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32508" y="5313121"/>
                      <a:ext cx="74040" cy="45719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604" name="Oval 603">
                    <a:extLst>
                      <a:ext uri="{FF2B5EF4-FFF2-40B4-BE49-F238E27FC236}">
                        <a16:creationId xmlns:a16="http://schemas.microsoft.com/office/drawing/2014/main" id="{F084B7C9-CA48-AC9E-6E28-3FA12D2CB765}"/>
                      </a:ext>
                    </a:extLst>
                  </p:cNvPr>
                  <p:cNvSpPr/>
                  <p:nvPr/>
                </p:nvSpPr>
                <p:spPr>
                  <a:xfrm>
                    <a:off x="3836137" y="5096824"/>
                    <a:ext cx="74040" cy="45719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5" name="Oval 604">
                    <a:extLst>
                      <a:ext uri="{FF2B5EF4-FFF2-40B4-BE49-F238E27FC236}">
                        <a16:creationId xmlns:a16="http://schemas.microsoft.com/office/drawing/2014/main" id="{5B9FA5BD-44D5-D3EA-97C6-CCF02FF4CD22}"/>
                      </a:ext>
                    </a:extLst>
                  </p:cNvPr>
                  <p:cNvSpPr/>
                  <p:nvPr/>
                </p:nvSpPr>
                <p:spPr>
                  <a:xfrm>
                    <a:off x="3110820" y="5256895"/>
                    <a:ext cx="74040" cy="45719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00" name="Oval 599">
                  <a:extLst>
                    <a:ext uri="{FF2B5EF4-FFF2-40B4-BE49-F238E27FC236}">
                      <a16:creationId xmlns:a16="http://schemas.microsoft.com/office/drawing/2014/main" id="{4ABB1C47-6C0F-FB26-A139-E69A145AB5AC}"/>
                    </a:ext>
                  </a:extLst>
                </p:cNvPr>
                <p:cNvSpPr/>
                <p:nvPr/>
              </p:nvSpPr>
              <p:spPr>
                <a:xfrm>
                  <a:off x="3920034" y="4468341"/>
                  <a:ext cx="74040" cy="45719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1" name="Oval 600">
                  <a:extLst>
                    <a:ext uri="{FF2B5EF4-FFF2-40B4-BE49-F238E27FC236}">
                      <a16:creationId xmlns:a16="http://schemas.microsoft.com/office/drawing/2014/main" id="{FF230266-AF11-B234-B4EC-42231F29BDB5}"/>
                    </a:ext>
                  </a:extLst>
                </p:cNvPr>
                <p:cNvSpPr/>
                <p:nvPr/>
              </p:nvSpPr>
              <p:spPr>
                <a:xfrm>
                  <a:off x="3920032" y="4400245"/>
                  <a:ext cx="74040" cy="45719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2" name="Oval 601">
                  <a:extLst>
                    <a:ext uri="{FF2B5EF4-FFF2-40B4-BE49-F238E27FC236}">
                      <a16:creationId xmlns:a16="http://schemas.microsoft.com/office/drawing/2014/main" id="{109F3F9F-3F0F-DF46-6161-B2537F64FA0E}"/>
                    </a:ext>
                  </a:extLst>
                </p:cNvPr>
                <p:cNvSpPr/>
                <p:nvPr/>
              </p:nvSpPr>
              <p:spPr>
                <a:xfrm>
                  <a:off x="3921703" y="4619118"/>
                  <a:ext cx="74040" cy="45719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98" name="Oval 597">
                <a:extLst>
                  <a:ext uri="{FF2B5EF4-FFF2-40B4-BE49-F238E27FC236}">
                    <a16:creationId xmlns:a16="http://schemas.microsoft.com/office/drawing/2014/main" id="{8A9A507A-6C65-B02A-1CB5-920694E5EB15}"/>
                  </a:ext>
                </a:extLst>
              </p:cNvPr>
              <p:cNvSpPr/>
              <p:nvPr/>
            </p:nvSpPr>
            <p:spPr>
              <a:xfrm>
                <a:off x="4642715" y="4463608"/>
                <a:ext cx="74040" cy="45719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17DCD972-F949-100D-B0EA-9BAAFB65B8DB}"/>
                </a:ext>
              </a:extLst>
            </p:cNvPr>
            <p:cNvSpPr/>
            <p:nvPr/>
          </p:nvSpPr>
          <p:spPr>
            <a:xfrm>
              <a:off x="3929725" y="4634776"/>
              <a:ext cx="60833" cy="7686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DF598F7C-E8DC-5A10-D22E-0F5637C4D064}"/>
                </a:ext>
              </a:extLst>
            </p:cNvPr>
            <p:cNvSpPr/>
            <p:nvPr/>
          </p:nvSpPr>
          <p:spPr>
            <a:xfrm>
              <a:off x="4669854" y="4544090"/>
              <a:ext cx="60833" cy="7686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60" name="Group 759">
              <a:extLst>
                <a:ext uri="{FF2B5EF4-FFF2-40B4-BE49-F238E27FC236}">
                  <a16:creationId xmlns:a16="http://schemas.microsoft.com/office/drawing/2014/main" id="{8838FE48-7C05-BEB1-F7C3-30DC9EABDA20}"/>
                </a:ext>
              </a:extLst>
            </p:cNvPr>
            <p:cNvGrpSpPr/>
            <p:nvPr/>
          </p:nvGrpSpPr>
          <p:grpSpPr>
            <a:xfrm>
              <a:off x="3929266" y="4549825"/>
              <a:ext cx="801777" cy="235149"/>
              <a:chOff x="3929266" y="4549825"/>
              <a:chExt cx="801777" cy="235149"/>
            </a:xfrm>
          </p:grpSpPr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8DCA8C27-3CFE-EB7B-7609-550ABF2A8194}"/>
                  </a:ext>
                </a:extLst>
              </p:cNvPr>
              <p:cNvSpPr/>
              <p:nvPr/>
            </p:nvSpPr>
            <p:spPr>
              <a:xfrm>
                <a:off x="3929266" y="4549825"/>
                <a:ext cx="60833" cy="76865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7A8E06D6-54FD-FD2E-D39B-C3D867C17732}"/>
                  </a:ext>
                </a:extLst>
              </p:cNvPr>
              <p:cNvSpPr/>
              <p:nvPr/>
            </p:nvSpPr>
            <p:spPr>
              <a:xfrm>
                <a:off x="4670210" y="4708109"/>
                <a:ext cx="60833" cy="76865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AFC11573-EB5A-EC00-CEA9-9AB989FA3945}"/>
              </a:ext>
            </a:extLst>
          </p:cNvPr>
          <p:cNvGrpSpPr/>
          <p:nvPr/>
        </p:nvGrpSpPr>
        <p:grpSpPr>
          <a:xfrm>
            <a:off x="3729245" y="3709838"/>
            <a:ext cx="1227369" cy="339081"/>
            <a:chOff x="3729245" y="3709838"/>
            <a:chExt cx="1227369" cy="339081"/>
          </a:xfrm>
        </p:grpSpPr>
        <p:sp>
          <p:nvSpPr>
            <p:cNvPr id="505" name="Flowchart: Data 504">
              <a:extLst>
                <a:ext uri="{FF2B5EF4-FFF2-40B4-BE49-F238E27FC236}">
                  <a16:creationId xmlns:a16="http://schemas.microsoft.com/office/drawing/2014/main" id="{7E9AF5FB-8DB1-5A01-2C30-C782285BFA74}"/>
                </a:ext>
              </a:extLst>
            </p:cNvPr>
            <p:cNvSpPr/>
            <p:nvPr/>
          </p:nvSpPr>
          <p:spPr>
            <a:xfrm>
              <a:off x="3729245" y="3709838"/>
              <a:ext cx="1227369" cy="339081"/>
            </a:xfrm>
            <a:prstGeom prst="flowChartInputOutput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OUTPUT</a:t>
              </a:r>
              <a:endParaRPr kumimoji="0" lang="en-US" sz="6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2E408239-82C4-5573-1DC4-D83288BA4314}"/>
                </a:ext>
              </a:extLst>
            </p:cNvPr>
            <p:cNvSpPr/>
            <p:nvPr/>
          </p:nvSpPr>
          <p:spPr>
            <a:xfrm>
              <a:off x="4631749" y="3971596"/>
              <a:ext cx="60833" cy="7686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8" name="Group 757">
            <a:extLst>
              <a:ext uri="{FF2B5EF4-FFF2-40B4-BE49-F238E27FC236}">
                <a16:creationId xmlns:a16="http://schemas.microsoft.com/office/drawing/2014/main" id="{0EF7B33E-DB09-8BFA-3F7A-F59C649AB404}"/>
              </a:ext>
            </a:extLst>
          </p:cNvPr>
          <p:cNvGrpSpPr/>
          <p:nvPr/>
        </p:nvGrpSpPr>
        <p:grpSpPr>
          <a:xfrm>
            <a:off x="5173120" y="4267712"/>
            <a:ext cx="855376" cy="341062"/>
            <a:chOff x="5173120" y="4216436"/>
            <a:chExt cx="855376" cy="341062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C8584E65-B2F2-59F8-1AAF-C3D97DA35776}"/>
                </a:ext>
              </a:extLst>
            </p:cNvPr>
            <p:cNvGrpSpPr/>
            <p:nvPr/>
          </p:nvGrpSpPr>
          <p:grpSpPr>
            <a:xfrm>
              <a:off x="5178729" y="4216436"/>
              <a:ext cx="849767" cy="341062"/>
              <a:chOff x="5177217" y="4201315"/>
              <a:chExt cx="849767" cy="341062"/>
            </a:xfrm>
          </p:grpSpPr>
          <p:sp>
            <p:nvSpPr>
              <p:cNvPr id="504" name="Oval 503">
                <a:extLst>
                  <a:ext uri="{FF2B5EF4-FFF2-40B4-BE49-F238E27FC236}">
                    <a16:creationId xmlns:a16="http://schemas.microsoft.com/office/drawing/2014/main" id="{EE09C34E-7E33-397C-D422-5E3369F9B88F}"/>
                  </a:ext>
                </a:extLst>
              </p:cNvPr>
              <p:cNvSpPr/>
              <p:nvPr/>
            </p:nvSpPr>
            <p:spPr>
              <a:xfrm>
                <a:off x="5944098" y="4261387"/>
                <a:ext cx="58135" cy="7116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91" name="Group 490">
                <a:extLst>
                  <a:ext uri="{FF2B5EF4-FFF2-40B4-BE49-F238E27FC236}">
                    <a16:creationId xmlns:a16="http://schemas.microsoft.com/office/drawing/2014/main" id="{AE668951-68E6-AA78-7C66-D98DB6AC3D5B}"/>
                  </a:ext>
                </a:extLst>
              </p:cNvPr>
              <p:cNvGrpSpPr/>
              <p:nvPr/>
            </p:nvGrpSpPr>
            <p:grpSpPr>
              <a:xfrm>
                <a:off x="5177217" y="4201315"/>
                <a:ext cx="849767" cy="341062"/>
                <a:chOff x="5177217" y="4020451"/>
                <a:chExt cx="849767" cy="341062"/>
              </a:xfrm>
            </p:grpSpPr>
            <p:grpSp>
              <p:nvGrpSpPr>
                <p:cNvPr id="201" name="Group 200">
                  <a:extLst>
                    <a:ext uri="{FF2B5EF4-FFF2-40B4-BE49-F238E27FC236}">
                      <a16:creationId xmlns:a16="http://schemas.microsoft.com/office/drawing/2014/main" id="{05895C2D-0912-AF6E-0465-BF8BB9F03245}"/>
                    </a:ext>
                  </a:extLst>
                </p:cNvPr>
                <p:cNvGrpSpPr/>
                <p:nvPr/>
              </p:nvGrpSpPr>
              <p:grpSpPr>
                <a:xfrm>
                  <a:off x="5177217" y="4020451"/>
                  <a:ext cx="849767" cy="341062"/>
                  <a:chOff x="5177217" y="4020451"/>
                  <a:chExt cx="849767" cy="341062"/>
                </a:xfrm>
              </p:grpSpPr>
              <p:grpSp>
                <p:nvGrpSpPr>
                  <p:cNvPr id="588" name="Group 587">
                    <a:extLst>
                      <a:ext uri="{FF2B5EF4-FFF2-40B4-BE49-F238E27FC236}">
                        <a16:creationId xmlns:a16="http://schemas.microsoft.com/office/drawing/2014/main" id="{2E340B4E-9E3A-0736-25D0-248C177E64A5}"/>
                      </a:ext>
                    </a:extLst>
                  </p:cNvPr>
                  <p:cNvGrpSpPr/>
                  <p:nvPr/>
                </p:nvGrpSpPr>
                <p:grpSpPr>
                  <a:xfrm>
                    <a:off x="5177217" y="4020451"/>
                    <a:ext cx="849767" cy="341062"/>
                    <a:chOff x="5177217" y="4020451"/>
                    <a:chExt cx="849767" cy="341062"/>
                  </a:xfrm>
                </p:grpSpPr>
                <p:sp>
                  <p:nvSpPr>
                    <p:cNvPr id="589" name="Rectangle: Rounded Corners 588">
                      <a:extLst>
                        <a:ext uri="{FF2B5EF4-FFF2-40B4-BE49-F238E27FC236}">
                          <a16:creationId xmlns:a16="http://schemas.microsoft.com/office/drawing/2014/main" id="{74170005-4E74-3519-E01F-9F722332B3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77217" y="4020451"/>
                      <a:ext cx="849767" cy="341062"/>
                    </a:xfrm>
                    <a:prstGeom prst="roundRect">
                      <a:avLst/>
                    </a:prstGeom>
                    <a:solidFill>
                      <a:srgbClr val="385B62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Function-</a:t>
                      </a:r>
                      <a:r>
                        <a:rPr kumimoji="0" lang="en-US" sz="800" b="1" i="0" u="sng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  <a:endParaRPr kumimoji="0" lang="en-US" sz="800" b="1" i="0" u="sng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90" name="Oval 589">
                      <a:extLst>
                        <a:ext uri="{FF2B5EF4-FFF2-40B4-BE49-F238E27FC236}">
                          <a16:creationId xmlns:a16="http://schemas.microsoft.com/office/drawing/2014/main" id="{351C529E-D64A-6E12-927B-7F875729DD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0170" y="4034546"/>
                      <a:ext cx="74040" cy="45719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638" name="Oval 637">
                    <a:extLst>
                      <a:ext uri="{FF2B5EF4-FFF2-40B4-BE49-F238E27FC236}">
                        <a16:creationId xmlns:a16="http://schemas.microsoft.com/office/drawing/2014/main" id="{794E1FE9-6280-5362-5CB8-4D339F2547EE}"/>
                      </a:ext>
                    </a:extLst>
                  </p:cNvPr>
                  <p:cNvSpPr/>
                  <p:nvPr/>
                </p:nvSpPr>
                <p:spPr>
                  <a:xfrm>
                    <a:off x="5211776" y="4021192"/>
                    <a:ext cx="74040" cy="45719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B081E637-A0E9-4004-93D8-7DDAA871939C}"/>
                    </a:ext>
                  </a:extLst>
                </p:cNvPr>
                <p:cNvSpPr/>
                <p:nvPr/>
              </p:nvSpPr>
              <p:spPr>
                <a:xfrm>
                  <a:off x="5177692" y="4272799"/>
                  <a:ext cx="45719" cy="45719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F3B5CC32-73B5-CC6A-DE9F-529D68E1FE8C}"/>
                </a:ext>
              </a:extLst>
            </p:cNvPr>
            <p:cNvSpPr/>
            <p:nvPr/>
          </p:nvSpPr>
          <p:spPr>
            <a:xfrm>
              <a:off x="5271293" y="4244047"/>
              <a:ext cx="60833" cy="7686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3C0C81B-DE3C-102B-9979-001822D35118}"/>
                </a:ext>
              </a:extLst>
            </p:cNvPr>
            <p:cNvSpPr/>
            <p:nvPr/>
          </p:nvSpPr>
          <p:spPr>
            <a:xfrm>
              <a:off x="5173120" y="4311022"/>
              <a:ext cx="60833" cy="7686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89C6F4B-6910-408F-A48E-DB823A0B5B37}"/>
              </a:ext>
            </a:extLst>
          </p:cNvPr>
          <p:cNvGrpSpPr/>
          <p:nvPr/>
        </p:nvGrpSpPr>
        <p:grpSpPr>
          <a:xfrm>
            <a:off x="8300982" y="1930340"/>
            <a:ext cx="844827" cy="383316"/>
            <a:chOff x="8300982" y="1930340"/>
            <a:chExt cx="844827" cy="383316"/>
          </a:xfrm>
        </p:grpSpPr>
        <p:grpSp>
          <p:nvGrpSpPr>
            <p:cNvPr id="345" name="Group 344">
              <a:extLst>
                <a:ext uri="{FF2B5EF4-FFF2-40B4-BE49-F238E27FC236}">
                  <a16:creationId xmlns:a16="http://schemas.microsoft.com/office/drawing/2014/main" id="{826A0116-CA25-9FD7-BBC2-686B59112EB2}"/>
                </a:ext>
              </a:extLst>
            </p:cNvPr>
            <p:cNvGrpSpPr/>
            <p:nvPr/>
          </p:nvGrpSpPr>
          <p:grpSpPr>
            <a:xfrm>
              <a:off x="8300982" y="1930340"/>
              <a:ext cx="844827" cy="383316"/>
              <a:chOff x="8300982" y="1930340"/>
              <a:chExt cx="844827" cy="383316"/>
            </a:xfrm>
          </p:grpSpPr>
          <p:sp>
            <p:nvSpPr>
              <p:cNvPr id="292" name="Pentagon 291">
                <a:extLst>
                  <a:ext uri="{FF2B5EF4-FFF2-40B4-BE49-F238E27FC236}">
                    <a16:creationId xmlns:a16="http://schemas.microsoft.com/office/drawing/2014/main" id="{B9E2BFE3-CAFC-E5BB-43BC-7184037E96BE}"/>
                  </a:ext>
                </a:extLst>
              </p:cNvPr>
              <p:cNvSpPr/>
              <p:nvPr/>
            </p:nvSpPr>
            <p:spPr>
              <a:xfrm>
                <a:off x="8300982" y="1930340"/>
                <a:ext cx="844827" cy="383316"/>
              </a:xfrm>
              <a:prstGeom prst="pentagon">
                <a:avLst/>
              </a:prstGeom>
              <a:solidFill>
                <a:srgbClr val="2F559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sng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External Factors</a:t>
                </a:r>
              </a:p>
            </p:txBody>
          </p:sp>
          <p:sp>
            <p:nvSpPr>
              <p:cNvPr id="319" name="Oval 318">
                <a:extLst>
                  <a:ext uri="{FF2B5EF4-FFF2-40B4-BE49-F238E27FC236}">
                    <a16:creationId xmlns:a16="http://schemas.microsoft.com/office/drawing/2014/main" id="{11DAFF0C-43AD-3602-F2DA-30AF333645AB}"/>
                  </a:ext>
                </a:extLst>
              </p:cNvPr>
              <p:cNvSpPr/>
              <p:nvPr/>
            </p:nvSpPr>
            <p:spPr>
              <a:xfrm>
                <a:off x="8974631" y="2148653"/>
                <a:ext cx="87237" cy="6240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" name="Oval 329">
                <a:extLst>
                  <a:ext uri="{FF2B5EF4-FFF2-40B4-BE49-F238E27FC236}">
                    <a16:creationId xmlns:a16="http://schemas.microsoft.com/office/drawing/2014/main" id="{26CE550A-1796-A89F-A443-8AD28FE3CF9F}"/>
                  </a:ext>
                </a:extLst>
              </p:cNvPr>
              <p:cNvSpPr/>
              <p:nvPr/>
            </p:nvSpPr>
            <p:spPr>
              <a:xfrm>
                <a:off x="8971620" y="2013017"/>
                <a:ext cx="87237" cy="6240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1493D62D-8BAE-7B79-50D9-0407A3C1C328}"/>
                </a:ext>
              </a:extLst>
            </p:cNvPr>
            <p:cNvSpPr/>
            <p:nvPr/>
          </p:nvSpPr>
          <p:spPr>
            <a:xfrm>
              <a:off x="8543158" y="1998600"/>
              <a:ext cx="74566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0" name="Group 639">
            <a:extLst>
              <a:ext uri="{FF2B5EF4-FFF2-40B4-BE49-F238E27FC236}">
                <a16:creationId xmlns:a16="http://schemas.microsoft.com/office/drawing/2014/main" id="{92F90119-1E90-7DC5-A6DD-6A91FB2703D1}"/>
              </a:ext>
            </a:extLst>
          </p:cNvPr>
          <p:cNvGrpSpPr/>
          <p:nvPr/>
        </p:nvGrpSpPr>
        <p:grpSpPr>
          <a:xfrm>
            <a:off x="8903260" y="5798395"/>
            <a:ext cx="677948" cy="297916"/>
            <a:chOff x="9434555" y="5980346"/>
            <a:chExt cx="677948" cy="297916"/>
          </a:xfrm>
        </p:grpSpPr>
        <p:grpSp>
          <p:nvGrpSpPr>
            <p:cNvPr id="641" name="Group 640">
              <a:extLst>
                <a:ext uri="{FF2B5EF4-FFF2-40B4-BE49-F238E27FC236}">
                  <a16:creationId xmlns:a16="http://schemas.microsoft.com/office/drawing/2014/main" id="{C42B729A-D75C-15FC-0323-250A4CAB65F9}"/>
                </a:ext>
              </a:extLst>
            </p:cNvPr>
            <p:cNvGrpSpPr/>
            <p:nvPr/>
          </p:nvGrpSpPr>
          <p:grpSpPr>
            <a:xfrm>
              <a:off x="9434555" y="5980346"/>
              <a:ext cx="677948" cy="297916"/>
              <a:chOff x="9389532" y="6170508"/>
              <a:chExt cx="677948" cy="297916"/>
            </a:xfrm>
          </p:grpSpPr>
          <p:grpSp>
            <p:nvGrpSpPr>
              <p:cNvPr id="644" name="Group 643">
                <a:extLst>
                  <a:ext uri="{FF2B5EF4-FFF2-40B4-BE49-F238E27FC236}">
                    <a16:creationId xmlns:a16="http://schemas.microsoft.com/office/drawing/2014/main" id="{FCB84E5B-B135-48A9-CAFC-D52FA4F1A37B}"/>
                  </a:ext>
                </a:extLst>
              </p:cNvPr>
              <p:cNvGrpSpPr/>
              <p:nvPr/>
            </p:nvGrpSpPr>
            <p:grpSpPr>
              <a:xfrm>
                <a:off x="9389532" y="6189965"/>
                <a:ext cx="677948" cy="278459"/>
                <a:chOff x="8308975" y="4287937"/>
                <a:chExt cx="898056" cy="457033"/>
              </a:xfrm>
            </p:grpSpPr>
            <p:grpSp>
              <p:nvGrpSpPr>
                <p:cNvPr id="646" name="Group 645">
                  <a:extLst>
                    <a:ext uri="{FF2B5EF4-FFF2-40B4-BE49-F238E27FC236}">
                      <a16:creationId xmlns:a16="http://schemas.microsoft.com/office/drawing/2014/main" id="{E4CF966F-E49A-6DCC-6EDA-090DB4CAC6EE}"/>
                    </a:ext>
                  </a:extLst>
                </p:cNvPr>
                <p:cNvGrpSpPr/>
                <p:nvPr/>
              </p:nvGrpSpPr>
              <p:grpSpPr>
                <a:xfrm>
                  <a:off x="8308975" y="4287937"/>
                  <a:ext cx="898056" cy="457033"/>
                  <a:chOff x="8308975" y="4287937"/>
                  <a:chExt cx="898056" cy="457033"/>
                </a:xfrm>
              </p:grpSpPr>
              <p:grpSp>
                <p:nvGrpSpPr>
                  <p:cNvPr id="648" name="Group 647">
                    <a:extLst>
                      <a:ext uri="{FF2B5EF4-FFF2-40B4-BE49-F238E27FC236}">
                        <a16:creationId xmlns:a16="http://schemas.microsoft.com/office/drawing/2014/main" id="{A3528959-E143-789E-B481-31C45C2BDCC4}"/>
                      </a:ext>
                    </a:extLst>
                  </p:cNvPr>
                  <p:cNvGrpSpPr/>
                  <p:nvPr/>
                </p:nvGrpSpPr>
                <p:grpSpPr>
                  <a:xfrm>
                    <a:off x="8308975" y="4287937"/>
                    <a:ext cx="898056" cy="457033"/>
                    <a:chOff x="8295992" y="4457716"/>
                    <a:chExt cx="898056" cy="457033"/>
                  </a:xfrm>
                </p:grpSpPr>
                <p:grpSp>
                  <p:nvGrpSpPr>
                    <p:cNvPr id="650" name="Group 649">
                      <a:extLst>
                        <a:ext uri="{FF2B5EF4-FFF2-40B4-BE49-F238E27FC236}">
                          <a16:creationId xmlns:a16="http://schemas.microsoft.com/office/drawing/2014/main" id="{F13122A0-8C42-8176-1E11-E5CC18AC8E1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95992" y="4457716"/>
                      <a:ext cx="898056" cy="457033"/>
                      <a:chOff x="8295992" y="4457716"/>
                      <a:chExt cx="898056" cy="457033"/>
                    </a:xfrm>
                  </p:grpSpPr>
                  <p:grpSp>
                    <p:nvGrpSpPr>
                      <p:cNvPr id="652" name="Group 651">
                        <a:extLst>
                          <a:ext uri="{FF2B5EF4-FFF2-40B4-BE49-F238E27FC236}">
                            <a16:creationId xmlns:a16="http://schemas.microsoft.com/office/drawing/2014/main" id="{5B746F35-BBAF-C66D-00AB-2652E8FA159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295992" y="4457716"/>
                        <a:ext cx="883966" cy="457033"/>
                        <a:chOff x="8295992" y="4457716"/>
                        <a:chExt cx="883966" cy="457033"/>
                      </a:xfrm>
                    </p:grpSpPr>
                    <p:sp>
                      <p:nvSpPr>
                        <p:cNvPr id="654" name="Pentagon 653">
                          <a:extLst>
                            <a:ext uri="{FF2B5EF4-FFF2-40B4-BE49-F238E27FC236}">
                              <a16:creationId xmlns:a16="http://schemas.microsoft.com/office/drawing/2014/main" id="{36F34C58-DA6C-6B56-1916-1A9CD5CF451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95992" y="4457716"/>
                          <a:ext cx="883966" cy="457033"/>
                        </a:xfrm>
                        <a:prstGeom prst="pentagon">
                          <a:avLst/>
                        </a:prstGeom>
                        <a:solidFill>
                          <a:srgbClr val="7030A0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800" b="1" i="0" u="sng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655" name="Oval 654">
                          <a:extLst>
                            <a:ext uri="{FF2B5EF4-FFF2-40B4-BE49-F238E27FC236}">
                              <a16:creationId xmlns:a16="http://schemas.microsoft.com/office/drawing/2014/main" id="{47873912-011D-22AF-76F3-3A6BE45AF18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79890" y="4646985"/>
                          <a:ext cx="89315" cy="100933"/>
                        </a:xfrm>
                        <a:prstGeom prst="ellipse">
                          <a:avLst/>
                        </a:prstGeom>
                        <a:no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653" name="Rectangle 652">
                        <a:extLst>
                          <a:ext uri="{FF2B5EF4-FFF2-40B4-BE49-F238E27FC236}">
                            <a16:creationId xmlns:a16="http://schemas.microsoft.com/office/drawing/2014/main" id="{38466F61-CB8B-1C90-3F76-4BA34D2EDC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26995" y="4747828"/>
                        <a:ext cx="67053" cy="145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651" name="Oval 650">
                      <a:extLst>
                        <a:ext uri="{FF2B5EF4-FFF2-40B4-BE49-F238E27FC236}">
                          <a16:creationId xmlns:a16="http://schemas.microsoft.com/office/drawing/2014/main" id="{310F14E7-831A-C5AC-941C-0375D34C4C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3002" y="4809483"/>
                      <a:ext cx="103329" cy="83380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649" name="Oval 648">
                    <a:extLst>
                      <a:ext uri="{FF2B5EF4-FFF2-40B4-BE49-F238E27FC236}">
                        <a16:creationId xmlns:a16="http://schemas.microsoft.com/office/drawing/2014/main" id="{31027F26-2E8F-1D4E-4A75-1FF98ECC53C3}"/>
                      </a:ext>
                    </a:extLst>
                  </p:cNvPr>
                  <p:cNvSpPr/>
                  <p:nvPr/>
                </p:nvSpPr>
                <p:spPr>
                  <a:xfrm>
                    <a:off x="8523708" y="4488688"/>
                    <a:ext cx="100943" cy="8409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47" name="Rectangle 646">
                  <a:extLst>
                    <a:ext uri="{FF2B5EF4-FFF2-40B4-BE49-F238E27FC236}">
                      <a16:creationId xmlns:a16="http://schemas.microsoft.com/office/drawing/2014/main" id="{38675BAF-9F92-3CAE-EF4D-FF904C4A19CE}"/>
                    </a:ext>
                  </a:extLst>
                </p:cNvPr>
                <p:cNvSpPr/>
                <p:nvPr/>
              </p:nvSpPr>
              <p:spPr>
                <a:xfrm>
                  <a:off x="8380238" y="4637689"/>
                  <a:ext cx="130915" cy="8248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45" name="TextBox 644">
                <a:extLst>
                  <a:ext uri="{FF2B5EF4-FFF2-40B4-BE49-F238E27FC236}">
                    <a16:creationId xmlns:a16="http://schemas.microsoft.com/office/drawing/2014/main" id="{F9D88E06-74DD-3989-96ED-868C64635179}"/>
                  </a:ext>
                </a:extLst>
              </p:cNvPr>
              <p:cNvSpPr txBox="1"/>
              <p:nvPr/>
            </p:nvSpPr>
            <p:spPr>
              <a:xfrm>
                <a:off x="9518371" y="6170508"/>
                <a:ext cx="4675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>
                    <a:solidFill>
                      <a:schemeClr val="bg1"/>
                    </a:solidFill>
                  </a:rPr>
                  <a:t>Person Metric</a:t>
                </a:r>
              </a:p>
            </p:txBody>
          </p:sp>
        </p:grpSp>
        <p:sp>
          <p:nvSpPr>
            <p:cNvPr id="642" name="Oval 641">
              <a:extLst>
                <a:ext uri="{FF2B5EF4-FFF2-40B4-BE49-F238E27FC236}">
                  <a16:creationId xmlns:a16="http://schemas.microsoft.com/office/drawing/2014/main" id="{9CACA954-9D7B-3FCC-4D0B-AB80ED7B8B7C}"/>
                </a:ext>
              </a:extLst>
            </p:cNvPr>
            <p:cNvSpPr/>
            <p:nvPr/>
          </p:nvSpPr>
          <p:spPr>
            <a:xfrm>
              <a:off x="9596630" y="6044881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3" name="Oval 642">
              <a:extLst>
                <a:ext uri="{FF2B5EF4-FFF2-40B4-BE49-F238E27FC236}">
                  <a16:creationId xmlns:a16="http://schemas.microsoft.com/office/drawing/2014/main" id="{19406FA5-362E-7E90-E74D-D31173CEA15F}"/>
                </a:ext>
              </a:extLst>
            </p:cNvPr>
            <p:cNvSpPr/>
            <p:nvPr/>
          </p:nvSpPr>
          <p:spPr>
            <a:xfrm>
              <a:off x="9495170" y="6189952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6" name="Group 655">
            <a:extLst>
              <a:ext uri="{FF2B5EF4-FFF2-40B4-BE49-F238E27FC236}">
                <a16:creationId xmlns:a16="http://schemas.microsoft.com/office/drawing/2014/main" id="{FC0C78E7-6B01-7CF4-23A5-B341F44DF8D2}"/>
              </a:ext>
            </a:extLst>
          </p:cNvPr>
          <p:cNvGrpSpPr/>
          <p:nvPr/>
        </p:nvGrpSpPr>
        <p:grpSpPr>
          <a:xfrm>
            <a:off x="8920940" y="6109949"/>
            <a:ext cx="652378" cy="276021"/>
            <a:chOff x="9434555" y="5999803"/>
            <a:chExt cx="677948" cy="278459"/>
          </a:xfrm>
        </p:grpSpPr>
        <p:grpSp>
          <p:nvGrpSpPr>
            <p:cNvPr id="657" name="Group 656">
              <a:extLst>
                <a:ext uri="{FF2B5EF4-FFF2-40B4-BE49-F238E27FC236}">
                  <a16:creationId xmlns:a16="http://schemas.microsoft.com/office/drawing/2014/main" id="{0A23C576-1476-F224-142F-66F414DD401F}"/>
                </a:ext>
              </a:extLst>
            </p:cNvPr>
            <p:cNvGrpSpPr/>
            <p:nvPr/>
          </p:nvGrpSpPr>
          <p:grpSpPr>
            <a:xfrm>
              <a:off x="9434555" y="5999803"/>
              <a:ext cx="677948" cy="278459"/>
              <a:chOff x="9389532" y="6189965"/>
              <a:chExt cx="677948" cy="278459"/>
            </a:xfrm>
          </p:grpSpPr>
          <p:grpSp>
            <p:nvGrpSpPr>
              <p:cNvPr id="660" name="Group 659">
                <a:extLst>
                  <a:ext uri="{FF2B5EF4-FFF2-40B4-BE49-F238E27FC236}">
                    <a16:creationId xmlns:a16="http://schemas.microsoft.com/office/drawing/2014/main" id="{806F0952-2ED8-239A-B122-C5AE073301D3}"/>
                  </a:ext>
                </a:extLst>
              </p:cNvPr>
              <p:cNvGrpSpPr/>
              <p:nvPr/>
            </p:nvGrpSpPr>
            <p:grpSpPr>
              <a:xfrm>
                <a:off x="9389532" y="6189965"/>
                <a:ext cx="677948" cy="278459"/>
                <a:chOff x="8308975" y="4287937"/>
                <a:chExt cx="898056" cy="457033"/>
              </a:xfrm>
            </p:grpSpPr>
            <p:grpSp>
              <p:nvGrpSpPr>
                <p:cNvPr id="662" name="Group 661">
                  <a:extLst>
                    <a:ext uri="{FF2B5EF4-FFF2-40B4-BE49-F238E27FC236}">
                      <a16:creationId xmlns:a16="http://schemas.microsoft.com/office/drawing/2014/main" id="{A93DABA0-5005-7FC2-65C8-36D0E13CAF5F}"/>
                    </a:ext>
                  </a:extLst>
                </p:cNvPr>
                <p:cNvGrpSpPr/>
                <p:nvPr/>
              </p:nvGrpSpPr>
              <p:grpSpPr>
                <a:xfrm>
                  <a:off x="8308975" y="4287937"/>
                  <a:ext cx="898056" cy="457033"/>
                  <a:chOff x="8308975" y="4287937"/>
                  <a:chExt cx="898056" cy="457033"/>
                </a:xfrm>
              </p:grpSpPr>
              <p:grpSp>
                <p:nvGrpSpPr>
                  <p:cNvPr id="664" name="Group 663">
                    <a:extLst>
                      <a:ext uri="{FF2B5EF4-FFF2-40B4-BE49-F238E27FC236}">
                        <a16:creationId xmlns:a16="http://schemas.microsoft.com/office/drawing/2014/main" id="{B5948549-CEBE-2BC1-217C-190D6D1BC1CF}"/>
                      </a:ext>
                    </a:extLst>
                  </p:cNvPr>
                  <p:cNvGrpSpPr/>
                  <p:nvPr/>
                </p:nvGrpSpPr>
                <p:grpSpPr>
                  <a:xfrm>
                    <a:off x="8308975" y="4287937"/>
                    <a:ext cx="898056" cy="457033"/>
                    <a:chOff x="8295992" y="4457716"/>
                    <a:chExt cx="898056" cy="457033"/>
                  </a:xfrm>
                </p:grpSpPr>
                <p:grpSp>
                  <p:nvGrpSpPr>
                    <p:cNvPr id="666" name="Group 665">
                      <a:extLst>
                        <a:ext uri="{FF2B5EF4-FFF2-40B4-BE49-F238E27FC236}">
                          <a16:creationId xmlns:a16="http://schemas.microsoft.com/office/drawing/2014/main" id="{3F47262C-5A58-3026-D5FE-9F54AEEFB7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95992" y="4457716"/>
                      <a:ext cx="898056" cy="457033"/>
                      <a:chOff x="8295992" y="4457716"/>
                      <a:chExt cx="898056" cy="457033"/>
                    </a:xfrm>
                  </p:grpSpPr>
                  <p:grpSp>
                    <p:nvGrpSpPr>
                      <p:cNvPr id="668" name="Group 667">
                        <a:extLst>
                          <a:ext uri="{FF2B5EF4-FFF2-40B4-BE49-F238E27FC236}">
                            <a16:creationId xmlns:a16="http://schemas.microsoft.com/office/drawing/2014/main" id="{45EF6D6A-B165-E9A0-F661-58A7316408E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295992" y="4457716"/>
                        <a:ext cx="883966" cy="457033"/>
                        <a:chOff x="8295992" y="4457716"/>
                        <a:chExt cx="883966" cy="457033"/>
                      </a:xfrm>
                    </p:grpSpPr>
                    <p:sp>
                      <p:nvSpPr>
                        <p:cNvPr id="670" name="Pentagon 669">
                          <a:extLst>
                            <a:ext uri="{FF2B5EF4-FFF2-40B4-BE49-F238E27FC236}">
                              <a16:creationId xmlns:a16="http://schemas.microsoft.com/office/drawing/2014/main" id="{2802BF19-0190-C72F-CD09-3E87302A75F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95992" y="4457716"/>
                          <a:ext cx="883966" cy="457033"/>
                        </a:xfrm>
                        <a:prstGeom prst="pentagon">
                          <a:avLst/>
                        </a:prstGeom>
                        <a:solidFill>
                          <a:srgbClr val="7030A0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800" b="1" i="0" u="sng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671" name="Oval 670">
                          <a:extLst>
                            <a:ext uri="{FF2B5EF4-FFF2-40B4-BE49-F238E27FC236}">
                              <a16:creationId xmlns:a16="http://schemas.microsoft.com/office/drawing/2014/main" id="{866208E7-07C3-73BE-D91F-A753AE92714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79890" y="4646985"/>
                          <a:ext cx="89315" cy="100933"/>
                        </a:xfrm>
                        <a:prstGeom prst="ellipse">
                          <a:avLst/>
                        </a:prstGeom>
                        <a:no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669" name="Rectangle 668">
                        <a:extLst>
                          <a:ext uri="{FF2B5EF4-FFF2-40B4-BE49-F238E27FC236}">
                            <a16:creationId xmlns:a16="http://schemas.microsoft.com/office/drawing/2014/main" id="{511AF3A8-6473-C616-6C1B-EA749C1B20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26995" y="4747828"/>
                        <a:ext cx="67053" cy="145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667" name="Oval 666">
                      <a:extLst>
                        <a:ext uri="{FF2B5EF4-FFF2-40B4-BE49-F238E27FC236}">
                          <a16:creationId xmlns:a16="http://schemas.microsoft.com/office/drawing/2014/main" id="{F62873B3-AFCA-DBA2-2D5C-09A1AAFC0A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3002" y="4809483"/>
                      <a:ext cx="103329" cy="83380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665" name="Oval 664">
                    <a:extLst>
                      <a:ext uri="{FF2B5EF4-FFF2-40B4-BE49-F238E27FC236}">
                        <a16:creationId xmlns:a16="http://schemas.microsoft.com/office/drawing/2014/main" id="{0C8FA021-2ECE-20CB-CF5D-F6EDD93CEB5F}"/>
                      </a:ext>
                    </a:extLst>
                  </p:cNvPr>
                  <p:cNvSpPr/>
                  <p:nvPr/>
                </p:nvSpPr>
                <p:spPr>
                  <a:xfrm>
                    <a:off x="8523708" y="4488688"/>
                    <a:ext cx="100943" cy="8409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63" name="Rectangle 662">
                  <a:extLst>
                    <a:ext uri="{FF2B5EF4-FFF2-40B4-BE49-F238E27FC236}">
                      <a16:creationId xmlns:a16="http://schemas.microsoft.com/office/drawing/2014/main" id="{CD4F6791-68BF-EE8A-EDE8-0ACF2D275A2C}"/>
                    </a:ext>
                  </a:extLst>
                </p:cNvPr>
                <p:cNvSpPr/>
                <p:nvPr/>
              </p:nvSpPr>
              <p:spPr>
                <a:xfrm>
                  <a:off x="8380238" y="4637689"/>
                  <a:ext cx="130915" cy="8248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61" name="TextBox 660">
                <a:extLst>
                  <a:ext uri="{FF2B5EF4-FFF2-40B4-BE49-F238E27FC236}">
                    <a16:creationId xmlns:a16="http://schemas.microsoft.com/office/drawing/2014/main" id="{0E4F7894-37E4-3458-E2FD-415429F38EF1}"/>
                  </a:ext>
                </a:extLst>
              </p:cNvPr>
              <p:cNvSpPr txBox="1"/>
              <p:nvPr/>
            </p:nvSpPr>
            <p:spPr>
              <a:xfrm>
                <a:off x="9512087" y="6223922"/>
                <a:ext cx="46752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>
                    <a:solidFill>
                      <a:schemeClr val="bg1"/>
                    </a:solidFill>
                  </a:rPr>
                  <a:t>Capacity</a:t>
                </a:r>
              </a:p>
            </p:txBody>
          </p:sp>
        </p:grpSp>
        <p:sp>
          <p:nvSpPr>
            <p:cNvPr id="658" name="Oval 657">
              <a:extLst>
                <a:ext uri="{FF2B5EF4-FFF2-40B4-BE49-F238E27FC236}">
                  <a16:creationId xmlns:a16="http://schemas.microsoft.com/office/drawing/2014/main" id="{0804A6B0-DE54-A4F8-D229-F513B1A4FCE7}"/>
                </a:ext>
              </a:extLst>
            </p:cNvPr>
            <p:cNvSpPr/>
            <p:nvPr/>
          </p:nvSpPr>
          <p:spPr>
            <a:xfrm>
              <a:off x="9596630" y="6044881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9" name="Oval 658">
              <a:extLst>
                <a:ext uri="{FF2B5EF4-FFF2-40B4-BE49-F238E27FC236}">
                  <a16:creationId xmlns:a16="http://schemas.microsoft.com/office/drawing/2014/main" id="{449FA83C-4763-DD42-A2A9-53025C2248A3}"/>
                </a:ext>
              </a:extLst>
            </p:cNvPr>
            <p:cNvSpPr/>
            <p:nvPr/>
          </p:nvSpPr>
          <p:spPr>
            <a:xfrm>
              <a:off x="9495170" y="6189952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72" name="Group 671">
            <a:extLst>
              <a:ext uri="{FF2B5EF4-FFF2-40B4-BE49-F238E27FC236}">
                <a16:creationId xmlns:a16="http://schemas.microsoft.com/office/drawing/2014/main" id="{9F4CEABF-1FCE-277F-A079-E2429172F4A8}"/>
              </a:ext>
            </a:extLst>
          </p:cNvPr>
          <p:cNvGrpSpPr/>
          <p:nvPr/>
        </p:nvGrpSpPr>
        <p:grpSpPr>
          <a:xfrm rot="10800000">
            <a:off x="8901871" y="6418349"/>
            <a:ext cx="677948" cy="278459"/>
            <a:chOff x="9434555" y="5999803"/>
            <a:chExt cx="677948" cy="278459"/>
          </a:xfrm>
        </p:grpSpPr>
        <p:grpSp>
          <p:nvGrpSpPr>
            <p:cNvPr id="673" name="Group 672">
              <a:extLst>
                <a:ext uri="{FF2B5EF4-FFF2-40B4-BE49-F238E27FC236}">
                  <a16:creationId xmlns:a16="http://schemas.microsoft.com/office/drawing/2014/main" id="{F1E7950D-8DC5-40E0-A359-0EE602203749}"/>
                </a:ext>
              </a:extLst>
            </p:cNvPr>
            <p:cNvGrpSpPr/>
            <p:nvPr/>
          </p:nvGrpSpPr>
          <p:grpSpPr>
            <a:xfrm>
              <a:off x="9434555" y="5999803"/>
              <a:ext cx="677948" cy="278459"/>
              <a:chOff x="9389532" y="6189965"/>
              <a:chExt cx="677948" cy="278459"/>
            </a:xfrm>
          </p:grpSpPr>
          <p:grpSp>
            <p:nvGrpSpPr>
              <p:cNvPr id="676" name="Group 675">
                <a:extLst>
                  <a:ext uri="{FF2B5EF4-FFF2-40B4-BE49-F238E27FC236}">
                    <a16:creationId xmlns:a16="http://schemas.microsoft.com/office/drawing/2014/main" id="{466737E4-8F65-26E6-B5C5-12EAF79828D6}"/>
                  </a:ext>
                </a:extLst>
              </p:cNvPr>
              <p:cNvGrpSpPr/>
              <p:nvPr/>
            </p:nvGrpSpPr>
            <p:grpSpPr>
              <a:xfrm>
                <a:off x="9389532" y="6189965"/>
                <a:ext cx="677948" cy="278459"/>
                <a:chOff x="8308975" y="4287937"/>
                <a:chExt cx="898056" cy="457033"/>
              </a:xfrm>
            </p:grpSpPr>
            <p:grpSp>
              <p:nvGrpSpPr>
                <p:cNvPr id="678" name="Group 677">
                  <a:extLst>
                    <a:ext uri="{FF2B5EF4-FFF2-40B4-BE49-F238E27FC236}">
                      <a16:creationId xmlns:a16="http://schemas.microsoft.com/office/drawing/2014/main" id="{C7B256E2-C8D6-1C9F-170A-768EBB265D07}"/>
                    </a:ext>
                  </a:extLst>
                </p:cNvPr>
                <p:cNvGrpSpPr/>
                <p:nvPr/>
              </p:nvGrpSpPr>
              <p:grpSpPr>
                <a:xfrm>
                  <a:off x="8308975" y="4287937"/>
                  <a:ext cx="898056" cy="457033"/>
                  <a:chOff x="8308975" y="4287937"/>
                  <a:chExt cx="898056" cy="457033"/>
                </a:xfrm>
              </p:grpSpPr>
              <p:grpSp>
                <p:nvGrpSpPr>
                  <p:cNvPr id="680" name="Group 679">
                    <a:extLst>
                      <a:ext uri="{FF2B5EF4-FFF2-40B4-BE49-F238E27FC236}">
                        <a16:creationId xmlns:a16="http://schemas.microsoft.com/office/drawing/2014/main" id="{FE50777B-0D79-22B4-2BC1-6607DEF56626}"/>
                      </a:ext>
                    </a:extLst>
                  </p:cNvPr>
                  <p:cNvGrpSpPr/>
                  <p:nvPr/>
                </p:nvGrpSpPr>
                <p:grpSpPr>
                  <a:xfrm>
                    <a:off x="8308975" y="4287937"/>
                    <a:ext cx="898056" cy="457033"/>
                    <a:chOff x="8295992" y="4457716"/>
                    <a:chExt cx="898056" cy="457033"/>
                  </a:xfrm>
                </p:grpSpPr>
                <p:grpSp>
                  <p:nvGrpSpPr>
                    <p:cNvPr id="682" name="Group 681">
                      <a:extLst>
                        <a:ext uri="{FF2B5EF4-FFF2-40B4-BE49-F238E27FC236}">
                          <a16:creationId xmlns:a16="http://schemas.microsoft.com/office/drawing/2014/main" id="{0BE33887-2852-BE5B-95C2-E02E6AD51FB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95992" y="4457716"/>
                      <a:ext cx="898056" cy="457033"/>
                      <a:chOff x="8295992" y="4457716"/>
                      <a:chExt cx="898056" cy="457033"/>
                    </a:xfrm>
                  </p:grpSpPr>
                  <p:grpSp>
                    <p:nvGrpSpPr>
                      <p:cNvPr id="684" name="Group 683">
                        <a:extLst>
                          <a:ext uri="{FF2B5EF4-FFF2-40B4-BE49-F238E27FC236}">
                            <a16:creationId xmlns:a16="http://schemas.microsoft.com/office/drawing/2014/main" id="{23AE9D73-890B-5EC8-6E3C-CB13D753A8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295992" y="4457716"/>
                        <a:ext cx="883966" cy="457033"/>
                        <a:chOff x="8295992" y="4457716"/>
                        <a:chExt cx="883966" cy="457033"/>
                      </a:xfrm>
                    </p:grpSpPr>
                    <p:sp>
                      <p:nvSpPr>
                        <p:cNvPr id="686" name="Pentagon 685">
                          <a:extLst>
                            <a:ext uri="{FF2B5EF4-FFF2-40B4-BE49-F238E27FC236}">
                              <a16:creationId xmlns:a16="http://schemas.microsoft.com/office/drawing/2014/main" id="{D7F55C38-3471-9EBA-02C4-E9C4C3F1705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95992" y="4457716"/>
                          <a:ext cx="883966" cy="457033"/>
                        </a:xfrm>
                        <a:prstGeom prst="pentagon">
                          <a:avLst/>
                        </a:prstGeom>
                        <a:solidFill>
                          <a:srgbClr val="7030A0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800" b="1" i="0" u="sng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687" name="Oval 686">
                          <a:extLst>
                            <a:ext uri="{FF2B5EF4-FFF2-40B4-BE49-F238E27FC236}">
                              <a16:creationId xmlns:a16="http://schemas.microsoft.com/office/drawing/2014/main" id="{E27991D9-73B4-A442-BAA1-0DED52B6301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79890" y="4646985"/>
                          <a:ext cx="89315" cy="100933"/>
                        </a:xfrm>
                        <a:prstGeom prst="ellipse">
                          <a:avLst/>
                        </a:prstGeom>
                        <a:no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685" name="Rectangle 684">
                        <a:extLst>
                          <a:ext uri="{FF2B5EF4-FFF2-40B4-BE49-F238E27FC236}">
                            <a16:creationId xmlns:a16="http://schemas.microsoft.com/office/drawing/2014/main" id="{8BA2076D-8436-B139-B55D-020B0B1C23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26995" y="4747828"/>
                        <a:ext cx="67053" cy="145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683" name="Oval 682">
                      <a:extLst>
                        <a:ext uri="{FF2B5EF4-FFF2-40B4-BE49-F238E27FC236}">
                          <a16:creationId xmlns:a16="http://schemas.microsoft.com/office/drawing/2014/main" id="{957AACE0-094D-152C-221E-9DD7D88173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3002" y="4809483"/>
                      <a:ext cx="103329" cy="83380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681" name="Oval 680">
                    <a:extLst>
                      <a:ext uri="{FF2B5EF4-FFF2-40B4-BE49-F238E27FC236}">
                        <a16:creationId xmlns:a16="http://schemas.microsoft.com/office/drawing/2014/main" id="{BF3F1997-8107-C1A0-C677-35B544FE1FA3}"/>
                      </a:ext>
                    </a:extLst>
                  </p:cNvPr>
                  <p:cNvSpPr/>
                  <p:nvPr/>
                </p:nvSpPr>
                <p:spPr>
                  <a:xfrm>
                    <a:off x="8523708" y="4488688"/>
                    <a:ext cx="100943" cy="8409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79" name="Rectangle 678">
                  <a:extLst>
                    <a:ext uri="{FF2B5EF4-FFF2-40B4-BE49-F238E27FC236}">
                      <a16:creationId xmlns:a16="http://schemas.microsoft.com/office/drawing/2014/main" id="{1B96510A-203E-C059-4FEF-3493271CA487}"/>
                    </a:ext>
                  </a:extLst>
                </p:cNvPr>
                <p:cNvSpPr/>
                <p:nvPr/>
              </p:nvSpPr>
              <p:spPr>
                <a:xfrm>
                  <a:off x="8380238" y="4637689"/>
                  <a:ext cx="130915" cy="8248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77" name="TextBox 676">
                <a:extLst>
                  <a:ext uri="{FF2B5EF4-FFF2-40B4-BE49-F238E27FC236}">
                    <a16:creationId xmlns:a16="http://schemas.microsoft.com/office/drawing/2014/main" id="{C38A5E80-D9B9-68D7-2D3C-81C24ABA1DEE}"/>
                  </a:ext>
                </a:extLst>
              </p:cNvPr>
              <p:cNvSpPr txBox="1"/>
              <p:nvPr/>
            </p:nvSpPr>
            <p:spPr>
              <a:xfrm rot="10800000">
                <a:off x="9461967" y="6281690"/>
                <a:ext cx="50193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>
                    <a:solidFill>
                      <a:schemeClr val="bg1"/>
                    </a:solidFill>
                  </a:rPr>
                  <a:t>Limitation</a:t>
                </a:r>
              </a:p>
            </p:txBody>
          </p:sp>
        </p:grpSp>
        <p:sp>
          <p:nvSpPr>
            <p:cNvPr id="674" name="Oval 673">
              <a:extLst>
                <a:ext uri="{FF2B5EF4-FFF2-40B4-BE49-F238E27FC236}">
                  <a16:creationId xmlns:a16="http://schemas.microsoft.com/office/drawing/2014/main" id="{4910BAA0-1372-667E-A641-B7EAF35C31CF}"/>
                </a:ext>
              </a:extLst>
            </p:cNvPr>
            <p:cNvSpPr/>
            <p:nvPr/>
          </p:nvSpPr>
          <p:spPr>
            <a:xfrm>
              <a:off x="9596630" y="6044881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5" name="Oval 674">
              <a:extLst>
                <a:ext uri="{FF2B5EF4-FFF2-40B4-BE49-F238E27FC236}">
                  <a16:creationId xmlns:a16="http://schemas.microsoft.com/office/drawing/2014/main" id="{B9F6BAC0-5C74-6035-72A1-B5FD4E75FB9D}"/>
                </a:ext>
              </a:extLst>
            </p:cNvPr>
            <p:cNvSpPr/>
            <p:nvPr/>
          </p:nvSpPr>
          <p:spPr>
            <a:xfrm>
              <a:off x="9495170" y="6189952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8" name="Group 687">
            <a:extLst>
              <a:ext uri="{FF2B5EF4-FFF2-40B4-BE49-F238E27FC236}">
                <a16:creationId xmlns:a16="http://schemas.microsoft.com/office/drawing/2014/main" id="{0D71F171-906D-73CB-190B-E10351F358C1}"/>
              </a:ext>
            </a:extLst>
          </p:cNvPr>
          <p:cNvGrpSpPr/>
          <p:nvPr/>
        </p:nvGrpSpPr>
        <p:grpSpPr>
          <a:xfrm rot="10800000">
            <a:off x="9477120" y="6211440"/>
            <a:ext cx="615806" cy="285747"/>
            <a:chOff x="9434555" y="5999803"/>
            <a:chExt cx="677948" cy="288271"/>
          </a:xfrm>
        </p:grpSpPr>
        <p:grpSp>
          <p:nvGrpSpPr>
            <p:cNvPr id="689" name="Group 688">
              <a:extLst>
                <a:ext uri="{FF2B5EF4-FFF2-40B4-BE49-F238E27FC236}">
                  <a16:creationId xmlns:a16="http://schemas.microsoft.com/office/drawing/2014/main" id="{BFEA216B-6BAC-F065-EEF6-05E4D23608FC}"/>
                </a:ext>
              </a:extLst>
            </p:cNvPr>
            <p:cNvGrpSpPr/>
            <p:nvPr/>
          </p:nvGrpSpPr>
          <p:grpSpPr>
            <a:xfrm>
              <a:off x="9434555" y="5999803"/>
              <a:ext cx="677948" cy="288271"/>
              <a:chOff x="9389532" y="6189965"/>
              <a:chExt cx="677948" cy="288271"/>
            </a:xfrm>
          </p:grpSpPr>
          <p:grpSp>
            <p:nvGrpSpPr>
              <p:cNvPr id="692" name="Group 691">
                <a:extLst>
                  <a:ext uri="{FF2B5EF4-FFF2-40B4-BE49-F238E27FC236}">
                    <a16:creationId xmlns:a16="http://schemas.microsoft.com/office/drawing/2014/main" id="{7CECBD5E-94CB-49E8-5ABB-4555E99E1CE0}"/>
                  </a:ext>
                </a:extLst>
              </p:cNvPr>
              <p:cNvGrpSpPr/>
              <p:nvPr/>
            </p:nvGrpSpPr>
            <p:grpSpPr>
              <a:xfrm>
                <a:off x="9389532" y="6189965"/>
                <a:ext cx="677948" cy="278459"/>
                <a:chOff x="8308975" y="4287937"/>
                <a:chExt cx="898056" cy="457033"/>
              </a:xfrm>
            </p:grpSpPr>
            <p:grpSp>
              <p:nvGrpSpPr>
                <p:cNvPr id="694" name="Group 693">
                  <a:extLst>
                    <a:ext uri="{FF2B5EF4-FFF2-40B4-BE49-F238E27FC236}">
                      <a16:creationId xmlns:a16="http://schemas.microsoft.com/office/drawing/2014/main" id="{636194C9-43D6-A702-592F-F982468E4D92}"/>
                    </a:ext>
                  </a:extLst>
                </p:cNvPr>
                <p:cNvGrpSpPr/>
                <p:nvPr/>
              </p:nvGrpSpPr>
              <p:grpSpPr>
                <a:xfrm>
                  <a:off x="8308975" y="4287937"/>
                  <a:ext cx="898056" cy="457033"/>
                  <a:chOff x="8308975" y="4287937"/>
                  <a:chExt cx="898056" cy="457033"/>
                </a:xfrm>
              </p:grpSpPr>
              <p:grpSp>
                <p:nvGrpSpPr>
                  <p:cNvPr id="696" name="Group 695">
                    <a:extLst>
                      <a:ext uri="{FF2B5EF4-FFF2-40B4-BE49-F238E27FC236}">
                        <a16:creationId xmlns:a16="http://schemas.microsoft.com/office/drawing/2014/main" id="{B0FC4D9C-0AA9-82F4-41A2-AFC644840E77}"/>
                      </a:ext>
                    </a:extLst>
                  </p:cNvPr>
                  <p:cNvGrpSpPr/>
                  <p:nvPr/>
                </p:nvGrpSpPr>
                <p:grpSpPr>
                  <a:xfrm>
                    <a:off x="8308975" y="4287937"/>
                    <a:ext cx="898056" cy="457033"/>
                    <a:chOff x="8295992" y="4457716"/>
                    <a:chExt cx="898056" cy="457033"/>
                  </a:xfrm>
                </p:grpSpPr>
                <p:grpSp>
                  <p:nvGrpSpPr>
                    <p:cNvPr id="698" name="Group 697">
                      <a:extLst>
                        <a:ext uri="{FF2B5EF4-FFF2-40B4-BE49-F238E27FC236}">
                          <a16:creationId xmlns:a16="http://schemas.microsoft.com/office/drawing/2014/main" id="{A6488CED-D486-867C-F180-31E9643BF28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95992" y="4457716"/>
                      <a:ext cx="898056" cy="457033"/>
                      <a:chOff x="8295992" y="4457716"/>
                      <a:chExt cx="898056" cy="457033"/>
                    </a:xfrm>
                  </p:grpSpPr>
                  <p:grpSp>
                    <p:nvGrpSpPr>
                      <p:cNvPr id="700" name="Group 699">
                        <a:extLst>
                          <a:ext uri="{FF2B5EF4-FFF2-40B4-BE49-F238E27FC236}">
                            <a16:creationId xmlns:a16="http://schemas.microsoft.com/office/drawing/2014/main" id="{CB2FC0C2-1DD1-DDFE-162C-7A372197A9D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295992" y="4457716"/>
                        <a:ext cx="883966" cy="457033"/>
                        <a:chOff x="8295992" y="4457716"/>
                        <a:chExt cx="883966" cy="457033"/>
                      </a:xfrm>
                    </p:grpSpPr>
                    <p:sp>
                      <p:nvSpPr>
                        <p:cNvPr id="702" name="Pentagon 701">
                          <a:extLst>
                            <a:ext uri="{FF2B5EF4-FFF2-40B4-BE49-F238E27FC236}">
                              <a16:creationId xmlns:a16="http://schemas.microsoft.com/office/drawing/2014/main" id="{05B68157-A766-8720-EB7E-0353134BBFB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95992" y="4457716"/>
                          <a:ext cx="883966" cy="457033"/>
                        </a:xfrm>
                        <a:prstGeom prst="pentagon">
                          <a:avLst/>
                        </a:prstGeom>
                        <a:solidFill>
                          <a:srgbClr val="7030A0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800" b="1" i="0" u="sng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703" name="Oval 702">
                          <a:extLst>
                            <a:ext uri="{FF2B5EF4-FFF2-40B4-BE49-F238E27FC236}">
                              <a16:creationId xmlns:a16="http://schemas.microsoft.com/office/drawing/2014/main" id="{27908233-861F-F78A-61D9-ABB24435E9B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79890" y="4646985"/>
                          <a:ext cx="89315" cy="100933"/>
                        </a:xfrm>
                        <a:prstGeom prst="ellipse">
                          <a:avLst/>
                        </a:prstGeom>
                        <a:no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701" name="Rectangle 700">
                        <a:extLst>
                          <a:ext uri="{FF2B5EF4-FFF2-40B4-BE49-F238E27FC236}">
                            <a16:creationId xmlns:a16="http://schemas.microsoft.com/office/drawing/2014/main" id="{275CF254-283E-79D8-7C51-B38AC2ACAC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26995" y="4747828"/>
                        <a:ext cx="67053" cy="145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699" name="Oval 698">
                      <a:extLst>
                        <a:ext uri="{FF2B5EF4-FFF2-40B4-BE49-F238E27FC236}">
                          <a16:creationId xmlns:a16="http://schemas.microsoft.com/office/drawing/2014/main" id="{51C0A032-163F-9B54-384B-F967F2DB52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3002" y="4809483"/>
                      <a:ext cx="103329" cy="83380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697" name="Oval 696">
                    <a:extLst>
                      <a:ext uri="{FF2B5EF4-FFF2-40B4-BE49-F238E27FC236}">
                        <a16:creationId xmlns:a16="http://schemas.microsoft.com/office/drawing/2014/main" id="{4DD38D6A-A2DF-1544-96F3-8C031A9851ED}"/>
                      </a:ext>
                    </a:extLst>
                  </p:cNvPr>
                  <p:cNvSpPr/>
                  <p:nvPr/>
                </p:nvSpPr>
                <p:spPr>
                  <a:xfrm>
                    <a:off x="8523708" y="4488688"/>
                    <a:ext cx="100943" cy="8409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95" name="Rectangle 694">
                  <a:extLst>
                    <a:ext uri="{FF2B5EF4-FFF2-40B4-BE49-F238E27FC236}">
                      <a16:creationId xmlns:a16="http://schemas.microsoft.com/office/drawing/2014/main" id="{CAEBBEF4-2CA9-EDB3-1F22-7D043E756472}"/>
                    </a:ext>
                  </a:extLst>
                </p:cNvPr>
                <p:cNvSpPr/>
                <p:nvPr/>
              </p:nvSpPr>
              <p:spPr>
                <a:xfrm>
                  <a:off x="8380238" y="4637689"/>
                  <a:ext cx="130915" cy="8248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93" name="TextBox 692">
                <a:extLst>
                  <a:ext uri="{FF2B5EF4-FFF2-40B4-BE49-F238E27FC236}">
                    <a16:creationId xmlns:a16="http://schemas.microsoft.com/office/drawing/2014/main" id="{67E1A596-79D0-A950-382C-159F2FA1CDA3}"/>
                  </a:ext>
                </a:extLst>
              </p:cNvPr>
              <p:cNvSpPr txBox="1"/>
              <p:nvPr/>
            </p:nvSpPr>
            <p:spPr>
              <a:xfrm rot="10800000">
                <a:off x="9405571" y="6198790"/>
                <a:ext cx="551723" cy="27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>
                    <a:solidFill>
                      <a:schemeClr val="bg1"/>
                    </a:solidFill>
                  </a:rPr>
                  <a:t>Cognitive Level</a:t>
                </a:r>
              </a:p>
            </p:txBody>
          </p:sp>
        </p:grpSp>
        <p:sp>
          <p:nvSpPr>
            <p:cNvPr id="690" name="Oval 689">
              <a:extLst>
                <a:ext uri="{FF2B5EF4-FFF2-40B4-BE49-F238E27FC236}">
                  <a16:creationId xmlns:a16="http://schemas.microsoft.com/office/drawing/2014/main" id="{14CDCA46-14F1-99E1-612D-484D7C8D5C4F}"/>
                </a:ext>
              </a:extLst>
            </p:cNvPr>
            <p:cNvSpPr/>
            <p:nvPr/>
          </p:nvSpPr>
          <p:spPr>
            <a:xfrm>
              <a:off x="9596630" y="6044881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1" name="Oval 690">
              <a:extLst>
                <a:ext uri="{FF2B5EF4-FFF2-40B4-BE49-F238E27FC236}">
                  <a16:creationId xmlns:a16="http://schemas.microsoft.com/office/drawing/2014/main" id="{6279F7A7-6735-C58E-7BC3-6434BD3209E9}"/>
                </a:ext>
              </a:extLst>
            </p:cNvPr>
            <p:cNvSpPr/>
            <p:nvPr/>
          </p:nvSpPr>
          <p:spPr>
            <a:xfrm>
              <a:off x="9495170" y="6189952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05" name="Group 704">
            <a:extLst>
              <a:ext uri="{FF2B5EF4-FFF2-40B4-BE49-F238E27FC236}">
                <a16:creationId xmlns:a16="http://schemas.microsoft.com/office/drawing/2014/main" id="{77AE0540-24FE-6716-B89C-F759A4BFF4E5}"/>
              </a:ext>
            </a:extLst>
          </p:cNvPr>
          <p:cNvGrpSpPr/>
          <p:nvPr/>
        </p:nvGrpSpPr>
        <p:grpSpPr>
          <a:xfrm rot="10800000">
            <a:off x="8401111" y="6227049"/>
            <a:ext cx="620037" cy="276021"/>
            <a:chOff x="9433093" y="5999803"/>
            <a:chExt cx="682606" cy="278459"/>
          </a:xfrm>
        </p:grpSpPr>
        <p:grpSp>
          <p:nvGrpSpPr>
            <p:cNvPr id="706" name="Group 705">
              <a:extLst>
                <a:ext uri="{FF2B5EF4-FFF2-40B4-BE49-F238E27FC236}">
                  <a16:creationId xmlns:a16="http://schemas.microsoft.com/office/drawing/2014/main" id="{81987137-16CD-EC1B-0BD6-6D79469CAD98}"/>
                </a:ext>
              </a:extLst>
            </p:cNvPr>
            <p:cNvGrpSpPr/>
            <p:nvPr/>
          </p:nvGrpSpPr>
          <p:grpSpPr>
            <a:xfrm>
              <a:off x="9433093" y="5999803"/>
              <a:ext cx="682606" cy="278459"/>
              <a:chOff x="9388070" y="6189965"/>
              <a:chExt cx="682606" cy="278459"/>
            </a:xfrm>
          </p:grpSpPr>
          <p:grpSp>
            <p:nvGrpSpPr>
              <p:cNvPr id="709" name="Group 708">
                <a:extLst>
                  <a:ext uri="{FF2B5EF4-FFF2-40B4-BE49-F238E27FC236}">
                    <a16:creationId xmlns:a16="http://schemas.microsoft.com/office/drawing/2014/main" id="{2479F0F0-E92A-82EB-98D7-0EDEC3CCDF64}"/>
                  </a:ext>
                </a:extLst>
              </p:cNvPr>
              <p:cNvGrpSpPr/>
              <p:nvPr/>
            </p:nvGrpSpPr>
            <p:grpSpPr>
              <a:xfrm>
                <a:off x="9403365" y="6189965"/>
                <a:ext cx="667311" cy="278459"/>
                <a:chOff x="8327303" y="4287937"/>
                <a:chExt cx="883966" cy="457033"/>
              </a:xfrm>
            </p:grpSpPr>
            <p:grpSp>
              <p:nvGrpSpPr>
                <p:cNvPr id="711" name="Group 710">
                  <a:extLst>
                    <a:ext uri="{FF2B5EF4-FFF2-40B4-BE49-F238E27FC236}">
                      <a16:creationId xmlns:a16="http://schemas.microsoft.com/office/drawing/2014/main" id="{BF05A44A-30BB-382C-9C49-A88694475E6B}"/>
                    </a:ext>
                  </a:extLst>
                </p:cNvPr>
                <p:cNvGrpSpPr/>
                <p:nvPr/>
              </p:nvGrpSpPr>
              <p:grpSpPr>
                <a:xfrm>
                  <a:off x="8327303" y="4287937"/>
                  <a:ext cx="883966" cy="457033"/>
                  <a:chOff x="8327303" y="4287937"/>
                  <a:chExt cx="883966" cy="457033"/>
                </a:xfrm>
              </p:grpSpPr>
              <p:grpSp>
                <p:nvGrpSpPr>
                  <p:cNvPr id="713" name="Group 712">
                    <a:extLst>
                      <a:ext uri="{FF2B5EF4-FFF2-40B4-BE49-F238E27FC236}">
                        <a16:creationId xmlns:a16="http://schemas.microsoft.com/office/drawing/2014/main" id="{45AD988E-99C6-00EC-C916-CED1D9DCDB53}"/>
                      </a:ext>
                    </a:extLst>
                  </p:cNvPr>
                  <p:cNvGrpSpPr/>
                  <p:nvPr/>
                </p:nvGrpSpPr>
                <p:grpSpPr>
                  <a:xfrm>
                    <a:off x="8327303" y="4287937"/>
                    <a:ext cx="883966" cy="457033"/>
                    <a:chOff x="8314320" y="4457716"/>
                    <a:chExt cx="883966" cy="457033"/>
                  </a:xfrm>
                </p:grpSpPr>
                <p:grpSp>
                  <p:nvGrpSpPr>
                    <p:cNvPr id="715" name="Group 714">
                      <a:extLst>
                        <a:ext uri="{FF2B5EF4-FFF2-40B4-BE49-F238E27FC236}">
                          <a16:creationId xmlns:a16="http://schemas.microsoft.com/office/drawing/2014/main" id="{D1E3F0A0-4572-CF14-E81C-D129375D56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14320" y="4457716"/>
                      <a:ext cx="883966" cy="457033"/>
                      <a:chOff x="8314320" y="4457716"/>
                      <a:chExt cx="883966" cy="457033"/>
                    </a:xfrm>
                  </p:grpSpPr>
                  <p:grpSp>
                    <p:nvGrpSpPr>
                      <p:cNvPr id="717" name="Group 716">
                        <a:extLst>
                          <a:ext uri="{FF2B5EF4-FFF2-40B4-BE49-F238E27FC236}">
                            <a16:creationId xmlns:a16="http://schemas.microsoft.com/office/drawing/2014/main" id="{D7634256-23FA-A61C-613E-042A4303D92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14320" y="4457716"/>
                        <a:ext cx="883966" cy="457033"/>
                        <a:chOff x="8314320" y="4457716"/>
                        <a:chExt cx="883966" cy="457033"/>
                      </a:xfrm>
                    </p:grpSpPr>
                    <p:sp>
                      <p:nvSpPr>
                        <p:cNvPr id="719" name="Pentagon 718">
                          <a:extLst>
                            <a:ext uri="{FF2B5EF4-FFF2-40B4-BE49-F238E27FC236}">
                              <a16:creationId xmlns:a16="http://schemas.microsoft.com/office/drawing/2014/main" id="{80EED520-8012-926A-0550-C6FC9B72E15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14320" y="4457716"/>
                          <a:ext cx="883966" cy="457033"/>
                        </a:xfrm>
                        <a:prstGeom prst="pentagon">
                          <a:avLst/>
                        </a:prstGeom>
                        <a:solidFill>
                          <a:srgbClr val="7030A0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800" b="1" i="0" u="sng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720" name="Oval 719">
                          <a:extLst>
                            <a:ext uri="{FF2B5EF4-FFF2-40B4-BE49-F238E27FC236}">
                              <a16:creationId xmlns:a16="http://schemas.microsoft.com/office/drawing/2014/main" id="{A01995A4-A3B4-3F13-5627-C194A8C6DC4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79890" y="4646985"/>
                          <a:ext cx="89315" cy="100933"/>
                        </a:xfrm>
                        <a:prstGeom prst="ellipse">
                          <a:avLst/>
                        </a:prstGeom>
                        <a:no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718" name="Rectangle 717">
                        <a:extLst>
                          <a:ext uri="{FF2B5EF4-FFF2-40B4-BE49-F238E27FC236}">
                            <a16:creationId xmlns:a16="http://schemas.microsoft.com/office/drawing/2014/main" id="{9797E0A8-E12D-9D6A-3DD1-669698A525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26995" y="4747828"/>
                        <a:ext cx="67053" cy="145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716" name="Oval 715">
                      <a:extLst>
                        <a:ext uri="{FF2B5EF4-FFF2-40B4-BE49-F238E27FC236}">
                          <a16:creationId xmlns:a16="http://schemas.microsoft.com/office/drawing/2014/main" id="{DDB589DB-7427-808E-ED92-D72BFC57E9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3002" y="4809483"/>
                      <a:ext cx="103329" cy="83380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714" name="Oval 713">
                    <a:extLst>
                      <a:ext uri="{FF2B5EF4-FFF2-40B4-BE49-F238E27FC236}">
                        <a16:creationId xmlns:a16="http://schemas.microsoft.com/office/drawing/2014/main" id="{8DF6B8A2-8A91-317A-E460-ABC0AFD96112}"/>
                      </a:ext>
                    </a:extLst>
                  </p:cNvPr>
                  <p:cNvSpPr/>
                  <p:nvPr/>
                </p:nvSpPr>
                <p:spPr>
                  <a:xfrm>
                    <a:off x="8523708" y="4488688"/>
                    <a:ext cx="100943" cy="8409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12" name="Rectangle 711">
                  <a:extLst>
                    <a:ext uri="{FF2B5EF4-FFF2-40B4-BE49-F238E27FC236}">
                      <a16:creationId xmlns:a16="http://schemas.microsoft.com/office/drawing/2014/main" id="{17D18643-7034-AB8B-0172-B8C1007B1938}"/>
                    </a:ext>
                  </a:extLst>
                </p:cNvPr>
                <p:cNvSpPr/>
                <p:nvPr/>
              </p:nvSpPr>
              <p:spPr>
                <a:xfrm>
                  <a:off x="8380238" y="4637689"/>
                  <a:ext cx="130915" cy="8248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10" name="TextBox 709">
                <a:extLst>
                  <a:ext uri="{FF2B5EF4-FFF2-40B4-BE49-F238E27FC236}">
                    <a16:creationId xmlns:a16="http://schemas.microsoft.com/office/drawing/2014/main" id="{1F22130E-8F73-D5E0-41C9-767D3EB17BDD}"/>
                  </a:ext>
                </a:extLst>
              </p:cNvPr>
              <p:cNvSpPr txBox="1"/>
              <p:nvPr/>
            </p:nvSpPr>
            <p:spPr>
              <a:xfrm rot="10800000">
                <a:off x="9388070" y="6242298"/>
                <a:ext cx="639150" cy="1862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>
                    <a:solidFill>
                      <a:schemeClr val="bg1"/>
                    </a:solidFill>
                  </a:rPr>
                  <a:t>Impairment</a:t>
                </a:r>
              </a:p>
            </p:txBody>
          </p:sp>
        </p:grpSp>
        <p:sp>
          <p:nvSpPr>
            <p:cNvPr id="707" name="Oval 706">
              <a:extLst>
                <a:ext uri="{FF2B5EF4-FFF2-40B4-BE49-F238E27FC236}">
                  <a16:creationId xmlns:a16="http://schemas.microsoft.com/office/drawing/2014/main" id="{766A39AB-FA07-81E2-CD7F-D6E6193D41FF}"/>
                </a:ext>
              </a:extLst>
            </p:cNvPr>
            <p:cNvSpPr/>
            <p:nvPr/>
          </p:nvSpPr>
          <p:spPr>
            <a:xfrm>
              <a:off x="9596630" y="6044881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8" name="Oval 707">
              <a:extLst>
                <a:ext uri="{FF2B5EF4-FFF2-40B4-BE49-F238E27FC236}">
                  <a16:creationId xmlns:a16="http://schemas.microsoft.com/office/drawing/2014/main" id="{CFA95584-40DF-A45F-3B4A-A177354181EC}"/>
                </a:ext>
              </a:extLst>
            </p:cNvPr>
            <p:cNvSpPr/>
            <p:nvPr/>
          </p:nvSpPr>
          <p:spPr>
            <a:xfrm>
              <a:off x="9495170" y="6189952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4" name="Straight Arrow Connector 513">
            <a:extLst>
              <a:ext uri="{FF2B5EF4-FFF2-40B4-BE49-F238E27FC236}">
                <a16:creationId xmlns:a16="http://schemas.microsoft.com/office/drawing/2014/main" id="{A979EE10-1E33-05C4-C136-A2CBF00247C8}"/>
              </a:ext>
            </a:extLst>
          </p:cNvPr>
          <p:cNvCxnSpPr>
            <a:cxnSpLocks/>
          </p:cNvCxnSpPr>
          <p:nvPr/>
        </p:nvCxnSpPr>
        <p:spPr>
          <a:xfrm flipH="1" flipV="1">
            <a:off x="9250113" y="6050792"/>
            <a:ext cx="1129" cy="1179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9" name="Straight Arrow Connector 738">
            <a:extLst>
              <a:ext uri="{FF2B5EF4-FFF2-40B4-BE49-F238E27FC236}">
                <a16:creationId xmlns:a16="http://schemas.microsoft.com/office/drawing/2014/main" id="{4F7644A4-0561-AAD6-4046-9703312BE682}"/>
              </a:ext>
            </a:extLst>
          </p:cNvPr>
          <p:cNvCxnSpPr>
            <a:cxnSpLocks/>
          </p:cNvCxnSpPr>
          <p:nvPr/>
        </p:nvCxnSpPr>
        <p:spPr>
          <a:xfrm flipH="1" flipV="1">
            <a:off x="9470268" y="6279330"/>
            <a:ext cx="111045" cy="500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3" name="Straight Arrow Connector 742">
            <a:extLst>
              <a:ext uri="{FF2B5EF4-FFF2-40B4-BE49-F238E27FC236}">
                <a16:creationId xmlns:a16="http://schemas.microsoft.com/office/drawing/2014/main" id="{73991F1B-C917-4257-B874-79DD0AD6D69B}"/>
              </a:ext>
            </a:extLst>
          </p:cNvPr>
          <p:cNvCxnSpPr>
            <a:cxnSpLocks/>
          </p:cNvCxnSpPr>
          <p:nvPr/>
        </p:nvCxnSpPr>
        <p:spPr>
          <a:xfrm flipV="1">
            <a:off x="9251865" y="6338526"/>
            <a:ext cx="0" cy="1308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5" name="Straight Arrow Connector 744">
            <a:extLst>
              <a:ext uri="{FF2B5EF4-FFF2-40B4-BE49-F238E27FC236}">
                <a16:creationId xmlns:a16="http://schemas.microsoft.com/office/drawing/2014/main" id="{8419D882-D79F-A961-8403-A6989E1D6C0E}"/>
              </a:ext>
            </a:extLst>
          </p:cNvPr>
          <p:cNvCxnSpPr>
            <a:cxnSpLocks/>
          </p:cNvCxnSpPr>
          <p:nvPr/>
        </p:nvCxnSpPr>
        <p:spPr>
          <a:xfrm flipV="1">
            <a:off x="8884289" y="6276201"/>
            <a:ext cx="146980" cy="393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2" name="TextBox 271">
            <a:extLst>
              <a:ext uri="{FF2B5EF4-FFF2-40B4-BE49-F238E27FC236}">
                <a16:creationId xmlns:a16="http://schemas.microsoft.com/office/drawing/2014/main" id="{EB9F94F6-EAB6-F468-5F15-355817B63DAF}"/>
              </a:ext>
            </a:extLst>
          </p:cNvPr>
          <p:cNvSpPr txBox="1"/>
          <p:nvPr/>
        </p:nvSpPr>
        <p:spPr>
          <a:xfrm>
            <a:off x="9172512" y="5573013"/>
            <a:ext cx="4146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has</a:t>
            </a:r>
            <a:endParaRPr lang="en-US" sz="500" i="1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qualifier</a:t>
            </a:r>
          </a:p>
        </p:txBody>
      </p:sp>
      <p:sp>
        <p:nvSpPr>
          <p:cNvPr id="754" name="TextBox 753">
            <a:extLst>
              <a:ext uri="{FF2B5EF4-FFF2-40B4-BE49-F238E27FC236}">
                <a16:creationId xmlns:a16="http://schemas.microsoft.com/office/drawing/2014/main" id="{7AEC4CE3-10AF-E626-BBDE-12F449F01316}"/>
              </a:ext>
            </a:extLst>
          </p:cNvPr>
          <p:cNvSpPr txBox="1"/>
          <p:nvPr/>
        </p:nvSpPr>
        <p:spPr>
          <a:xfrm>
            <a:off x="4874514" y="3704307"/>
            <a:ext cx="3883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uses</a:t>
            </a:r>
          </a:p>
        </p:txBody>
      </p:sp>
      <p:cxnSp>
        <p:nvCxnSpPr>
          <p:cNvPr id="757" name="Connector: Elbow 756">
            <a:extLst>
              <a:ext uri="{FF2B5EF4-FFF2-40B4-BE49-F238E27FC236}">
                <a16:creationId xmlns:a16="http://schemas.microsoft.com/office/drawing/2014/main" id="{DF4534AC-BCE9-E2D7-7AC2-D5355C6F32DE}"/>
              </a:ext>
            </a:extLst>
          </p:cNvPr>
          <p:cNvCxnSpPr>
            <a:stCxn id="273" idx="6"/>
            <a:endCxn id="452" idx="2"/>
          </p:cNvCxnSpPr>
          <p:nvPr/>
        </p:nvCxnSpPr>
        <p:spPr>
          <a:xfrm flipV="1">
            <a:off x="4730687" y="3592868"/>
            <a:ext cx="4011726" cy="989655"/>
          </a:xfrm>
          <a:prstGeom prst="bentConnector2">
            <a:avLst/>
          </a:prstGeom>
          <a:ln w="12700">
            <a:solidFill>
              <a:srgbClr val="385B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3" name="Rectangle: Rounded Corners 762">
            <a:extLst>
              <a:ext uri="{FF2B5EF4-FFF2-40B4-BE49-F238E27FC236}">
                <a16:creationId xmlns:a16="http://schemas.microsoft.com/office/drawing/2014/main" id="{454839F5-997F-DD24-0B4D-08854888967D}"/>
              </a:ext>
            </a:extLst>
          </p:cNvPr>
          <p:cNvSpPr/>
          <p:nvPr/>
        </p:nvSpPr>
        <p:spPr>
          <a:xfrm>
            <a:off x="8321413" y="21199"/>
            <a:ext cx="798430" cy="254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u="sng">
                <a:solidFill>
                  <a:prstClr val="black"/>
                </a:solidFill>
                <a:latin typeface="Calibri" panose="020F0502020204030204"/>
              </a:rPr>
              <a:t>Human-being</a:t>
            </a:r>
            <a:endParaRPr kumimoji="0" lang="en-US" sz="800" b="1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64" name="Connector: Elbow 763">
            <a:extLst>
              <a:ext uri="{FF2B5EF4-FFF2-40B4-BE49-F238E27FC236}">
                <a16:creationId xmlns:a16="http://schemas.microsoft.com/office/drawing/2014/main" id="{F56FDD9E-F088-39BA-0632-A3C25F98EBFF}"/>
              </a:ext>
            </a:extLst>
          </p:cNvPr>
          <p:cNvCxnSpPr>
            <a:cxnSpLocks/>
            <a:stCxn id="570" idx="0"/>
            <a:endCxn id="763" idx="1"/>
          </p:cNvCxnSpPr>
          <p:nvPr/>
        </p:nvCxnSpPr>
        <p:spPr>
          <a:xfrm rot="5400000" flipH="1" flipV="1">
            <a:off x="7972931" y="-132991"/>
            <a:ext cx="67037" cy="62992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9" name="TextBox 768">
            <a:extLst>
              <a:ext uri="{FF2B5EF4-FFF2-40B4-BE49-F238E27FC236}">
                <a16:creationId xmlns:a16="http://schemas.microsoft.com/office/drawing/2014/main" id="{02410B02-1EBD-7D1D-0557-22FA99650565}"/>
              </a:ext>
            </a:extLst>
          </p:cNvPr>
          <p:cNvSpPr txBox="1"/>
          <p:nvPr/>
        </p:nvSpPr>
        <p:spPr>
          <a:xfrm>
            <a:off x="2032785" y="1732956"/>
            <a:ext cx="8088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>
                <a:solidFill>
                  <a:prstClr val="black"/>
                </a:solidFill>
                <a:latin typeface="Calibri" panose="020F0502020204030204"/>
              </a:rPr>
              <a:t>uses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70" name="Straight Arrow Connector 769">
            <a:extLst>
              <a:ext uri="{FF2B5EF4-FFF2-40B4-BE49-F238E27FC236}">
                <a16:creationId xmlns:a16="http://schemas.microsoft.com/office/drawing/2014/main" id="{086F52BE-AE38-AACE-6AE4-DE086B37473A}"/>
              </a:ext>
            </a:extLst>
          </p:cNvPr>
          <p:cNvCxnSpPr>
            <a:cxnSpLocks/>
          </p:cNvCxnSpPr>
          <p:nvPr/>
        </p:nvCxnSpPr>
        <p:spPr>
          <a:xfrm>
            <a:off x="1892677" y="1918693"/>
            <a:ext cx="811099" cy="0"/>
          </a:xfrm>
          <a:prstGeom prst="straightConnector1">
            <a:avLst/>
          </a:prstGeom>
          <a:ln w="28575" cmpd="thickThin">
            <a:solidFill>
              <a:srgbClr val="518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1" name="TextBox 770">
            <a:extLst>
              <a:ext uri="{FF2B5EF4-FFF2-40B4-BE49-F238E27FC236}">
                <a16:creationId xmlns:a16="http://schemas.microsoft.com/office/drawing/2014/main" id="{6F015631-36EC-4A2D-E9E8-B235CDB71B06}"/>
              </a:ext>
            </a:extLst>
          </p:cNvPr>
          <p:cNvSpPr txBox="1"/>
          <p:nvPr/>
        </p:nvSpPr>
        <p:spPr>
          <a:xfrm>
            <a:off x="5369136" y="848666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/>
              <a:t>provides</a:t>
            </a:r>
          </a:p>
        </p:txBody>
      </p:sp>
      <p:sp>
        <p:nvSpPr>
          <p:cNvPr id="772" name="TextBox 771">
            <a:extLst>
              <a:ext uri="{FF2B5EF4-FFF2-40B4-BE49-F238E27FC236}">
                <a16:creationId xmlns:a16="http://schemas.microsoft.com/office/drawing/2014/main" id="{E4DFBF8D-0331-BDB3-FFBC-DA803812652A}"/>
              </a:ext>
            </a:extLst>
          </p:cNvPr>
          <p:cNvSpPr txBox="1"/>
          <p:nvPr/>
        </p:nvSpPr>
        <p:spPr>
          <a:xfrm>
            <a:off x="1978181" y="2325374"/>
            <a:ext cx="57283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prstClr val="black"/>
                </a:solidFill>
                <a:latin typeface="Calibri" panose="020F0502020204030204"/>
              </a:rPr>
              <a:t>experience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73" name="Straight Arrow Connector 772">
            <a:extLst>
              <a:ext uri="{FF2B5EF4-FFF2-40B4-BE49-F238E27FC236}">
                <a16:creationId xmlns:a16="http://schemas.microsoft.com/office/drawing/2014/main" id="{2DBA29D4-A472-46A2-CF15-66F9047C896C}"/>
              </a:ext>
            </a:extLst>
          </p:cNvPr>
          <p:cNvCxnSpPr>
            <a:cxnSpLocks/>
          </p:cNvCxnSpPr>
          <p:nvPr/>
        </p:nvCxnSpPr>
        <p:spPr>
          <a:xfrm>
            <a:off x="1897885" y="2499381"/>
            <a:ext cx="770283" cy="0"/>
          </a:xfrm>
          <a:prstGeom prst="straightConnector1">
            <a:avLst/>
          </a:prstGeom>
          <a:ln w="19050">
            <a:solidFill>
              <a:schemeClr val="bg2">
                <a:lumMod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6B02367-06D7-C260-F233-9C1D87F1BC99}"/>
              </a:ext>
            </a:extLst>
          </p:cNvPr>
          <p:cNvCxnSpPr>
            <a:cxnSpLocks/>
            <a:endCxn id="260" idx="0"/>
          </p:cNvCxnSpPr>
          <p:nvPr/>
        </p:nvCxnSpPr>
        <p:spPr>
          <a:xfrm rot="5400000">
            <a:off x="11305093" y="1950460"/>
            <a:ext cx="614739" cy="74251"/>
          </a:xfrm>
          <a:prstGeom prst="bentConnector3">
            <a:avLst>
              <a:gd name="adj1" fmla="val 50000"/>
            </a:avLst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A91E752-F1A8-A496-3B5D-454DEC79D4BE}"/>
              </a:ext>
            </a:extLst>
          </p:cNvPr>
          <p:cNvGrpSpPr/>
          <p:nvPr/>
        </p:nvGrpSpPr>
        <p:grpSpPr>
          <a:xfrm>
            <a:off x="87005" y="90477"/>
            <a:ext cx="1535769" cy="798257"/>
            <a:chOff x="2819274" y="-123978"/>
            <a:chExt cx="1535769" cy="79825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B3B6C65-B88F-FDBC-57B8-F892FF9852E7}"/>
                </a:ext>
              </a:extLst>
            </p:cNvPr>
            <p:cNvGrpSpPr/>
            <p:nvPr/>
          </p:nvGrpSpPr>
          <p:grpSpPr>
            <a:xfrm>
              <a:off x="2819274" y="-123978"/>
              <a:ext cx="1535769" cy="798257"/>
              <a:chOff x="7382286" y="220198"/>
              <a:chExt cx="1477539" cy="77562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8655981-BF4E-4D7A-AF94-8E534076867B}"/>
                  </a:ext>
                </a:extLst>
              </p:cNvPr>
              <p:cNvSpPr/>
              <p:nvPr/>
            </p:nvSpPr>
            <p:spPr bwMode="auto">
              <a:xfrm rot="15680">
                <a:off x="7382286" y="220198"/>
                <a:ext cx="1477539" cy="775629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pic>
            <p:nvPicPr>
              <p:cNvPr id="9" name="Picture 4">
                <a:extLst>
                  <a:ext uri="{FF2B5EF4-FFF2-40B4-BE49-F238E27FC236}">
                    <a16:creationId xmlns:a16="http://schemas.microsoft.com/office/drawing/2014/main" id="{02D6F1F0-6AE4-3148-B5D7-CD1301FAF9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210">
                <a:off x="7435142" y="268959"/>
                <a:ext cx="1352978" cy="2169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" name="Rectangle 54">
              <a:extLst>
                <a:ext uri="{FF2B5EF4-FFF2-40B4-BE49-F238E27FC236}">
                  <a16:creationId xmlns:a16="http://schemas.microsoft.com/office/drawing/2014/main" id="{447FFA5D-D99D-12AB-FD0C-94736A9B6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508" y="166344"/>
              <a:ext cx="1023337" cy="36866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220184" tIns="110091" rIns="220184" bIns="110091"/>
            <a:lstStyle/>
            <a:p>
              <a:pPr>
                <a:defRPr/>
              </a:pPr>
              <a:endParaRPr lang="en-US" altLang="fr-FR" sz="800" baseline="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E6CD775-CA90-9C75-5A67-4EC0FDDE2263}"/>
                </a:ext>
              </a:extLst>
            </p:cNvPr>
            <p:cNvSpPr txBox="1"/>
            <p:nvPr/>
          </p:nvSpPr>
          <p:spPr>
            <a:xfrm>
              <a:off x="3146220" y="158423"/>
              <a:ext cx="116637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fr-FR" sz="700" baseline="0" dirty="0"/>
                <a:t>Rehabilitation Medicine Department</a:t>
              </a:r>
              <a:endParaRPr lang="en-US" altLang="fr-FR" sz="800" dirty="0"/>
            </a:p>
            <a:p>
              <a:pPr algn="ctr">
                <a:defRPr/>
              </a:pPr>
              <a:r>
                <a:rPr lang="en-US" altLang="fr-FR" sz="800" baseline="0" dirty="0"/>
                <a:t>2026-01</a:t>
              </a:r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BCF68FD-8A4F-03A7-C708-7E8C417A6F59}"/>
              </a:ext>
            </a:extLst>
          </p:cNvPr>
          <p:cNvSpPr/>
          <p:nvPr/>
        </p:nvSpPr>
        <p:spPr>
          <a:xfrm>
            <a:off x="5352656" y="3902130"/>
            <a:ext cx="463863" cy="68092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1" u="sng" dirty="0">
                <a:solidFill>
                  <a:schemeClr val="bg1"/>
                </a:solidFill>
                <a:latin typeface="Calibri" panose="020F0502020204030204"/>
              </a:rPr>
              <a:t>Process</a:t>
            </a:r>
            <a:endParaRPr kumimoji="0" lang="en-US" sz="8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B5F5780-2F45-D2F5-4709-9BFDE3AA8C52}"/>
              </a:ext>
            </a:extLst>
          </p:cNvPr>
          <p:cNvCxnSpPr>
            <a:cxnSpLocks/>
          </p:cNvCxnSpPr>
          <p:nvPr/>
        </p:nvCxnSpPr>
        <p:spPr>
          <a:xfrm flipV="1">
            <a:off x="5591695" y="3962850"/>
            <a:ext cx="0" cy="989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CD538099-3F0C-9084-3FBD-B008D4CFF14E}"/>
              </a:ext>
            </a:extLst>
          </p:cNvPr>
          <p:cNvCxnSpPr>
            <a:cxnSpLocks/>
            <a:stCxn id="589" idx="0"/>
          </p:cNvCxnSpPr>
          <p:nvPr/>
        </p:nvCxnSpPr>
        <p:spPr>
          <a:xfrm flipV="1">
            <a:off x="5603613" y="4168777"/>
            <a:ext cx="0" cy="989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271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BD251-AD2D-A95D-C0B7-3D2EAB2F2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Content Placeholder 2">
            <a:extLst>
              <a:ext uri="{FF2B5EF4-FFF2-40B4-BE49-F238E27FC236}">
                <a16:creationId xmlns:a16="http://schemas.microsoft.com/office/drawing/2014/main" id="{B245F81C-A5D9-7973-48A0-D190DCC61CF4}"/>
              </a:ext>
            </a:extLst>
          </p:cNvPr>
          <p:cNvSpPr txBox="1">
            <a:spLocks/>
          </p:cNvSpPr>
          <p:nvPr/>
        </p:nvSpPr>
        <p:spPr>
          <a:xfrm>
            <a:off x="6100784" y="7915"/>
            <a:ext cx="6096000" cy="3269029"/>
          </a:xfrm>
          <a:prstGeom prst="rect">
            <a:avLst/>
          </a:prstGeom>
          <a:pattFill prst="pct40">
            <a:fgClr>
              <a:srgbClr val="C8D6EE"/>
            </a:fgClr>
            <a:bgClr>
              <a:schemeClr val="bg1"/>
            </a:bgClr>
          </a:pattFill>
          <a:ln w="952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262" name="Content Placeholder 2">
            <a:extLst>
              <a:ext uri="{FF2B5EF4-FFF2-40B4-BE49-F238E27FC236}">
                <a16:creationId xmlns:a16="http://schemas.microsoft.com/office/drawing/2014/main" id="{751983CD-8AD2-C07F-5775-011AF9F6DBDA}"/>
              </a:ext>
            </a:extLst>
          </p:cNvPr>
          <p:cNvSpPr txBox="1">
            <a:spLocks/>
          </p:cNvSpPr>
          <p:nvPr/>
        </p:nvSpPr>
        <p:spPr>
          <a:xfrm>
            <a:off x="6107973" y="3292330"/>
            <a:ext cx="6100579" cy="3576726"/>
          </a:xfrm>
          <a:prstGeom prst="rect">
            <a:avLst/>
          </a:prstGeom>
          <a:solidFill>
            <a:srgbClr val="EFE5F7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k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F68C6B62-36E5-B2F2-1F62-9895A50DB27F}"/>
              </a:ext>
            </a:extLst>
          </p:cNvPr>
          <p:cNvSpPr/>
          <p:nvPr/>
        </p:nvSpPr>
        <p:spPr>
          <a:xfrm>
            <a:off x="0" y="0"/>
            <a:ext cx="6096000" cy="3317018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F6EAE674-460A-A4F2-C53E-1471DF581A70}"/>
              </a:ext>
            </a:extLst>
          </p:cNvPr>
          <p:cNvSpPr/>
          <p:nvPr/>
        </p:nvSpPr>
        <p:spPr>
          <a:xfrm>
            <a:off x="-6671" y="3284767"/>
            <a:ext cx="6103498" cy="3587805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u="sng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6F405B7-878D-601C-616F-587ADE529403}"/>
              </a:ext>
            </a:extLst>
          </p:cNvPr>
          <p:cNvCxnSpPr>
            <a:cxnSpLocks/>
          </p:cNvCxnSpPr>
          <p:nvPr/>
        </p:nvCxnSpPr>
        <p:spPr>
          <a:xfrm>
            <a:off x="6086629" y="-144716"/>
            <a:ext cx="9371" cy="7002716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D618F56-78B9-186A-4F5C-3F9FC19AAAAA}"/>
              </a:ext>
            </a:extLst>
          </p:cNvPr>
          <p:cNvCxnSpPr/>
          <p:nvPr/>
        </p:nvCxnSpPr>
        <p:spPr>
          <a:xfrm>
            <a:off x="0" y="3284692"/>
            <a:ext cx="1219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47244A1A-35DC-2F30-5594-FAE58CBBC78E}"/>
              </a:ext>
            </a:extLst>
          </p:cNvPr>
          <p:cNvSpPr/>
          <p:nvPr/>
        </p:nvSpPr>
        <p:spPr>
          <a:xfrm>
            <a:off x="4976321" y="1228924"/>
            <a:ext cx="938157" cy="3491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Internal Feedback</a:t>
            </a:r>
          </a:p>
        </p:txBody>
      </p:sp>
      <p:sp>
        <p:nvSpPr>
          <p:cNvPr id="228" name="Rectangle: Rounded Corners 227">
            <a:extLst>
              <a:ext uri="{FF2B5EF4-FFF2-40B4-BE49-F238E27FC236}">
                <a16:creationId xmlns:a16="http://schemas.microsoft.com/office/drawing/2014/main" id="{283614C7-03C1-59BB-5BB9-F5C4B6040985}"/>
              </a:ext>
            </a:extLst>
          </p:cNvPr>
          <p:cNvSpPr/>
          <p:nvPr/>
        </p:nvSpPr>
        <p:spPr>
          <a:xfrm>
            <a:off x="3933385" y="1248790"/>
            <a:ext cx="938156" cy="32118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External Feedback</a:t>
            </a:r>
          </a:p>
        </p:txBody>
      </p: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0E111467-1B11-5817-D552-D81730A1282B}"/>
              </a:ext>
            </a:extLst>
          </p:cNvPr>
          <p:cNvCxnSpPr>
            <a:cxnSpLocks/>
          </p:cNvCxnSpPr>
          <p:nvPr/>
        </p:nvCxnSpPr>
        <p:spPr>
          <a:xfrm flipH="1" flipV="1">
            <a:off x="4339350" y="2328427"/>
            <a:ext cx="3580" cy="1381411"/>
          </a:xfrm>
          <a:prstGeom prst="straightConnector1">
            <a:avLst/>
          </a:prstGeom>
          <a:ln w="38100">
            <a:solidFill>
              <a:srgbClr val="C55A1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803E87C0-D7B5-B138-989C-3CF06C901768}"/>
              </a:ext>
            </a:extLst>
          </p:cNvPr>
          <p:cNvCxnSpPr>
            <a:cxnSpLocks/>
            <a:endCxn id="259" idx="2"/>
          </p:cNvCxnSpPr>
          <p:nvPr/>
        </p:nvCxnSpPr>
        <p:spPr>
          <a:xfrm flipV="1">
            <a:off x="5317528" y="2149234"/>
            <a:ext cx="1808570" cy="4900"/>
          </a:xfrm>
          <a:prstGeom prst="straightConnector1">
            <a:avLst/>
          </a:prstGeom>
          <a:ln w="38100">
            <a:solidFill>
              <a:srgbClr val="C55A1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4862F7DC-34F5-95F4-1C02-A337D1979408}"/>
              </a:ext>
            </a:extLst>
          </p:cNvPr>
          <p:cNvSpPr txBox="1"/>
          <p:nvPr/>
        </p:nvSpPr>
        <p:spPr>
          <a:xfrm>
            <a:off x="5675697" y="1892762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/>
              <a:t>provides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046486B2-8B99-9922-DBBB-C881849D5E6A}"/>
              </a:ext>
            </a:extLst>
          </p:cNvPr>
          <p:cNvSpPr txBox="1"/>
          <p:nvPr/>
        </p:nvSpPr>
        <p:spPr>
          <a:xfrm>
            <a:off x="4294476" y="2655599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/>
              <a:t>provides</a:t>
            </a:r>
          </a:p>
        </p:txBody>
      </p: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CC95BAD3-7513-F4EF-B786-97D0076A4A99}"/>
              </a:ext>
            </a:extLst>
          </p:cNvPr>
          <p:cNvCxnSpPr>
            <a:cxnSpLocks/>
          </p:cNvCxnSpPr>
          <p:nvPr/>
        </p:nvCxnSpPr>
        <p:spPr>
          <a:xfrm>
            <a:off x="5120478" y="2328427"/>
            <a:ext cx="471217" cy="5032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Rectangle: Rounded Corners 315">
            <a:extLst>
              <a:ext uri="{FF2B5EF4-FFF2-40B4-BE49-F238E27FC236}">
                <a16:creationId xmlns:a16="http://schemas.microsoft.com/office/drawing/2014/main" id="{57AB185E-0D51-12AF-F815-F61C3370BEF5}"/>
              </a:ext>
            </a:extLst>
          </p:cNvPr>
          <p:cNvSpPr/>
          <p:nvPr/>
        </p:nvSpPr>
        <p:spPr>
          <a:xfrm>
            <a:off x="10229904" y="5286149"/>
            <a:ext cx="602620" cy="248333"/>
          </a:xfrm>
          <a:prstGeom prst="roundRect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Brain</a:t>
            </a:r>
          </a:p>
        </p:txBody>
      </p: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6EAF7919-127D-1BA9-4438-29ACA4788A88}"/>
              </a:ext>
            </a:extLst>
          </p:cNvPr>
          <p:cNvCxnSpPr>
            <a:cxnSpLocks/>
            <a:stCxn id="317" idx="0"/>
            <a:endCxn id="316" idx="2"/>
          </p:cNvCxnSpPr>
          <p:nvPr/>
        </p:nvCxnSpPr>
        <p:spPr>
          <a:xfrm flipV="1">
            <a:off x="10531214" y="5534482"/>
            <a:ext cx="0" cy="30820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TextBox 319">
            <a:extLst>
              <a:ext uri="{FF2B5EF4-FFF2-40B4-BE49-F238E27FC236}">
                <a16:creationId xmlns:a16="http://schemas.microsoft.com/office/drawing/2014/main" id="{09F1108A-C846-5A04-BF5E-F1231CFF4CD5}"/>
              </a:ext>
            </a:extLst>
          </p:cNvPr>
          <p:cNvSpPr txBox="1"/>
          <p:nvPr/>
        </p:nvSpPr>
        <p:spPr>
          <a:xfrm flipH="1">
            <a:off x="10457543" y="5582208"/>
            <a:ext cx="611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 non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anatomical phenomenon within </a:t>
            </a:r>
          </a:p>
        </p:txBody>
      </p: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66805184-1E8C-13CB-DF41-8B91EDAD8591}"/>
              </a:ext>
            </a:extLst>
          </p:cNvPr>
          <p:cNvCxnSpPr>
            <a:cxnSpLocks/>
          </p:cNvCxnSpPr>
          <p:nvPr/>
        </p:nvCxnSpPr>
        <p:spPr>
          <a:xfrm flipH="1">
            <a:off x="9662203" y="4996417"/>
            <a:ext cx="529489" cy="425680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C740C3B-92DF-6D63-606B-656B4A357CAA}"/>
              </a:ext>
            </a:extLst>
          </p:cNvPr>
          <p:cNvSpPr/>
          <p:nvPr/>
        </p:nvSpPr>
        <p:spPr>
          <a:xfrm>
            <a:off x="7395999" y="6230758"/>
            <a:ext cx="703009" cy="460206"/>
          </a:xfrm>
          <a:prstGeom prst="roundRect">
            <a:avLst/>
          </a:prstGeom>
          <a:solidFill>
            <a:srgbClr val="EABD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Cognitive Functions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50952D-D052-A5CD-B1FF-BE2BAFE1857F}"/>
              </a:ext>
            </a:extLst>
          </p:cNvPr>
          <p:cNvSpPr/>
          <p:nvPr/>
        </p:nvSpPr>
        <p:spPr>
          <a:xfrm>
            <a:off x="6509883" y="5921956"/>
            <a:ext cx="959111" cy="201320"/>
          </a:xfrm>
          <a:prstGeom prst="roundRect">
            <a:avLst/>
          </a:prstGeom>
          <a:solidFill>
            <a:srgbClr val="EABD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Communication Functions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B83DD2-A444-4ABC-21BF-9C7F17CDE046}"/>
              </a:ext>
            </a:extLst>
          </p:cNvPr>
          <p:cNvSpPr/>
          <p:nvPr/>
        </p:nvSpPr>
        <p:spPr>
          <a:xfrm>
            <a:off x="8005347" y="5915294"/>
            <a:ext cx="785251" cy="215445"/>
          </a:xfrm>
          <a:prstGeom prst="roundRect">
            <a:avLst/>
          </a:prstGeom>
          <a:solidFill>
            <a:srgbClr val="EABD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Feedback Appraisal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AAAEA8A-A482-99EE-D716-69BE56530E79}"/>
              </a:ext>
            </a:extLst>
          </p:cNvPr>
          <p:cNvSpPr txBox="1"/>
          <p:nvPr/>
        </p:nvSpPr>
        <p:spPr>
          <a:xfrm flipH="1">
            <a:off x="11082821" y="4316479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 &amp;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sp>
        <p:nvSpPr>
          <p:cNvPr id="77" name="Pentagon 76">
            <a:extLst>
              <a:ext uri="{FF2B5EF4-FFF2-40B4-BE49-F238E27FC236}">
                <a16:creationId xmlns:a16="http://schemas.microsoft.com/office/drawing/2014/main" id="{8A15D934-6E69-686F-DC76-D6EC8513DA26}"/>
              </a:ext>
            </a:extLst>
          </p:cNvPr>
          <p:cNvSpPr/>
          <p:nvPr/>
        </p:nvSpPr>
        <p:spPr>
          <a:xfrm>
            <a:off x="11290319" y="4168777"/>
            <a:ext cx="941037" cy="230050"/>
          </a:xfrm>
          <a:prstGeom prst="pentagon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Biographical</a:t>
            </a:r>
          </a:p>
        </p:txBody>
      </p:sp>
      <p:sp>
        <p:nvSpPr>
          <p:cNvPr id="78" name="Pentagon 77">
            <a:extLst>
              <a:ext uri="{FF2B5EF4-FFF2-40B4-BE49-F238E27FC236}">
                <a16:creationId xmlns:a16="http://schemas.microsoft.com/office/drawing/2014/main" id="{0DFF6CD2-3688-DF3C-142D-B0917D233BE0}"/>
              </a:ext>
            </a:extLst>
          </p:cNvPr>
          <p:cNvSpPr/>
          <p:nvPr/>
        </p:nvSpPr>
        <p:spPr>
          <a:xfrm>
            <a:off x="10991679" y="3747680"/>
            <a:ext cx="1029990" cy="230050"/>
          </a:xfrm>
          <a:prstGeom prst="pentagon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Psychological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A86B2113-82C9-A481-24C3-690172430256}"/>
              </a:ext>
            </a:extLst>
          </p:cNvPr>
          <p:cNvSpPr/>
          <p:nvPr/>
        </p:nvSpPr>
        <p:spPr>
          <a:xfrm>
            <a:off x="10105640" y="6406711"/>
            <a:ext cx="853244" cy="311660"/>
          </a:xfrm>
          <a:prstGeom prst="roundRect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Lived-experience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Participation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AD8EA84-6E40-5086-29BA-9C31215FA487}"/>
              </a:ext>
            </a:extLst>
          </p:cNvPr>
          <p:cNvCxnSpPr>
            <a:cxnSpLocks/>
            <a:endCxn id="317" idx="2"/>
          </p:cNvCxnSpPr>
          <p:nvPr/>
        </p:nvCxnSpPr>
        <p:spPr>
          <a:xfrm flipH="1" flipV="1">
            <a:off x="10531214" y="6109746"/>
            <a:ext cx="1048" cy="296965"/>
          </a:xfrm>
          <a:prstGeom prst="straightConnector1">
            <a:avLst/>
          </a:prstGeom>
          <a:ln w="19050">
            <a:solidFill>
              <a:schemeClr val="bg2">
                <a:lumMod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DC1276EA-D023-80DF-F059-C451BDA5C6D2}"/>
              </a:ext>
            </a:extLst>
          </p:cNvPr>
          <p:cNvSpPr txBox="1"/>
          <p:nvPr/>
        </p:nvSpPr>
        <p:spPr>
          <a:xfrm>
            <a:off x="10469760" y="6186997"/>
            <a:ext cx="57283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experience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163EC16-FB29-CAF6-027F-F146CF87B821}"/>
              </a:ext>
            </a:extLst>
          </p:cNvPr>
          <p:cNvSpPr txBox="1"/>
          <p:nvPr/>
        </p:nvSpPr>
        <p:spPr>
          <a:xfrm rot="5400000">
            <a:off x="10877665" y="6060300"/>
            <a:ext cx="5856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bearer of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C7107BD-2BC2-370A-3D7C-ABD750F0DCDF}"/>
              </a:ext>
            </a:extLst>
          </p:cNvPr>
          <p:cNvSpPr txBox="1"/>
          <p:nvPr/>
        </p:nvSpPr>
        <p:spPr>
          <a:xfrm flipH="1">
            <a:off x="11081293" y="3973086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Is_</a:t>
            </a: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&amp;</a:t>
            </a:r>
            <a:b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F627022-E641-4B6C-EABD-6DFD1579D65D}"/>
              </a:ext>
            </a:extLst>
          </p:cNvPr>
          <p:cNvSpPr txBox="1"/>
          <p:nvPr/>
        </p:nvSpPr>
        <p:spPr>
          <a:xfrm flipH="1">
            <a:off x="9502395" y="4111173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 &amp;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D00A250A-F71B-5130-27EF-9DDBB5AFA8AB}"/>
              </a:ext>
            </a:extLst>
          </p:cNvPr>
          <p:cNvCxnSpPr>
            <a:cxnSpLocks/>
            <a:stCxn id="78" idx="2"/>
          </p:cNvCxnSpPr>
          <p:nvPr/>
        </p:nvCxnSpPr>
        <p:spPr>
          <a:xfrm flipH="1">
            <a:off x="11004935" y="3977729"/>
            <a:ext cx="183455" cy="276022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8DC51F1F-3E36-A3B9-E3AF-B70F79F3B4B6}"/>
              </a:ext>
            </a:extLst>
          </p:cNvPr>
          <p:cNvCxnSpPr>
            <a:cxnSpLocks/>
            <a:stCxn id="336" idx="1"/>
            <a:endCxn id="256" idx="5"/>
          </p:cNvCxnSpPr>
          <p:nvPr/>
        </p:nvCxnSpPr>
        <p:spPr>
          <a:xfrm flipH="1" flipV="1">
            <a:off x="9525791" y="4678939"/>
            <a:ext cx="551578" cy="97120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3F5B2467-880E-9602-6529-10FA2A690331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747504" y="5586384"/>
            <a:ext cx="14567" cy="644374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5F88BC86-0224-6AC4-A15F-7076545BE86F}"/>
              </a:ext>
            </a:extLst>
          </p:cNvPr>
          <p:cNvCxnSpPr>
            <a:cxnSpLocks/>
            <a:stCxn id="15" idx="2"/>
            <a:endCxn id="14" idx="1"/>
          </p:cNvCxnSpPr>
          <p:nvPr/>
        </p:nvCxnSpPr>
        <p:spPr>
          <a:xfrm>
            <a:off x="6989439" y="6123276"/>
            <a:ext cx="406560" cy="337585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D61C05B9-9D6E-4D4A-2CD7-C1DE6A7ED6F4}"/>
              </a:ext>
            </a:extLst>
          </p:cNvPr>
          <p:cNvCxnSpPr>
            <a:cxnSpLocks/>
            <a:stCxn id="16" idx="2"/>
            <a:endCxn id="14" idx="3"/>
          </p:cNvCxnSpPr>
          <p:nvPr/>
        </p:nvCxnSpPr>
        <p:spPr>
          <a:xfrm flipH="1">
            <a:off x="8099008" y="6130739"/>
            <a:ext cx="298965" cy="330122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F7846975-153F-1CAB-8C2A-8152B10E3472}"/>
              </a:ext>
            </a:extLst>
          </p:cNvPr>
          <p:cNvCxnSpPr>
            <a:cxnSpLocks/>
          </p:cNvCxnSpPr>
          <p:nvPr/>
        </p:nvCxnSpPr>
        <p:spPr>
          <a:xfrm flipH="1">
            <a:off x="9439636" y="3875981"/>
            <a:ext cx="348856" cy="463606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0897017D-F7DC-9C6B-8EFB-71ECCD47DEB1}"/>
              </a:ext>
            </a:extLst>
          </p:cNvPr>
          <p:cNvCxnSpPr>
            <a:cxnSpLocks/>
          </p:cNvCxnSpPr>
          <p:nvPr/>
        </p:nvCxnSpPr>
        <p:spPr>
          <a:xfrm flipH="1" flipV="1">
            <a:off x="9225854" y="4711831"/>
            <a:ext cx="9213" cy="509087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B718B1C1-51C8-B454-9B2A-7CA06E4D8DAE}"/>
              </a:ext>
            </a:extLst>
          </p:cNvPr>
          <p:cNvCxnSpPr>
            <a:cxnSpLocks/>
          </p:cNvCxnSpPr>
          <p:nvPr/>
        </p:nvCxnSpPr>
        <p:spPr>
          <a:xfrm flipH="1" flipV="1">
            <a:off x="10469760" y="5043195"/>
            <a:ext cx="3179" cy="242954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D9F81CD2-1C8F-B09A-618B-181CAF37587D}"/>
              </a:ext>
            </a:extLst>
          </p:cNvPr>
          <p:cNvCxnSpPr>
            <a:cxnSpLocks/>
            <a:stCxn id="77" idx="1"/>
          </p:cNvCxnSpPr>
          <p:nvPr/>
        </p:nvCxnSpPr>
        <p:spPr>
          <a:xfrm flipH="1" flipV="1">
            <a:off x="11004935" y="4253751"/>
            <a:ext cx="285385" cy="2897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608FD3D4-4826-2D2E-F679-2566C4A9BF8E}"/>
              </a:ext>
            </a:extLst>
          </p:cNvPr>
          <p:cNvCxnSpPr>
            <a:cxnSpLocks/>
            <a:stCxn id="76" idx="1"/>
          </p:cNvCxnSpPr>
          <p:nvPr/>
        </p:nvCxnSpPr>
        <p:spPr>
          <a:xfrm flipH="1" flipV="1">
            <a:off x="11004935" y="4253751"/>
            <a:ext cx="237913" cy="421101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5424A9E5-D132-FE80-AF6A-73B9F9F53AD5}"/>
              </a:ext>
            </a:extLst>
          </p:cNvPr>
          <p:cNvGrpSpPr/>
          <p:nvPr/>
        </p:nvGrpSpPr>
        <p:grpSpPr>
          <a:xfrm>
            <a:off x="11242847" y="4586981"/>
            <a:ext cx="983042" cy="230050"/>
            <a:chOff x="6383129" y="6268973"/>
            <a:chExt cx="983042" cy="230050"/>
          </a:xfrm>
        </p:grpSpPr>
        <p:sp>
          <p:nvSpPr>
            <p:cNvPr id="76" name="Pentagon 75">
              <a:extLst>
                <a:ext uri="{FF2B5EF4-FFF2-40B4-BE49-F238E27FC236}">
                  <a16:creationId xmlns:a16="http://schemas.microsoft.com/office/drawing/2014/main" id="{F4395EAA-EA04-F02A-FDAE-3E3C9FB56541}"/>
                </a:ext>
              </a:extLst>
            </p:cNvPr>
            <p:cNvSpPr/>
            <p:nvPr/>
          </p:nvSpPr>
          <p:spPr>
            <a:xfrm>
              <a:off x="6383129" y="6268973"/>
              <a:ext cx="983042" cy="230050"/>
            </a:xfrm>
            <a:prstGeom prst="pentagon">
              <a:avLst/>
            </a:prstGeom>
            <a:solidFill>
              <a:srgbClr val="AA72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Demographic</a:t>
              </a:r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8E72DE21-57D3-F729-91C1-86328527A49E}"/>
                </a:ext>
              </a:extLst>
            </p:cNvPr>
            <p:cNvSpPr/>
            <p:nvPr/>
          </p:nvSpPr>
          <p:spPr>
            <a:xfrm>
              <a:off x="7086250" y="6318209"/>
              <a:ext cx="61656" cy="55183"/>
            </a:xfrm>
            <a:prstGeom prst="ellipse">
              <a:avLst/>
            </a:prstGeom>
            <a:solidFill>
              <a:srgbClr val="AA72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9" name="Flowchart: Data 258">
            <a:extLst>
              <a:ext uri="{FF2B5EF4-FFF2-40B4-BE49-F238E27FC236}">
                <a16:creationId xmlns:a16="http://schemas.microsoft.com/office/drawing/2014/main" id="{63066AF3-E6A0-3E27-27B7-867A3BEC7E4B}"/>
              </a:ext>
            </a:extLst>
          </p:cNvPr>
          <p:cNvSpPr/>
          <p:nvPr/>
        </p:nvSpPr>
        <p:spPr>
          <a:xfrm>
            <a:off x="7008164" y="2009926"/>
            <a:ext cx="1179342" cy="278615"/>
          </a:xfrm>
          <a:prstGeom prst="flowChartInputOutput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</a:t>
            </a:r>
            <a:endParaRPr kumimoji="0" lang="en-US" sz="9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CC089069-B39B-6429-A4F8-9847643DB651}"/>
              </a:ext>
            </a:extLst>
          </p:cNvPr>
          <p:cNvSpPr/>
          <p:nvPr/>
        </p:nvSpPr>
        <p:spPr>
          <a:xfrm>
            <a:off x="11132455" y="2294955"/>
            <a:ext cx="885762" cy="430961"/>
          </a:xfrm>
          <a:prstGeom prst="roundRect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Context</a:t>
            </a:r>
          </a:p>
        </p:txBody>
      </p: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E1577DA2-84FD-B690-00AD-27BE6C63E114}"/>
              </a:ext>
            </a:extLst>
          </p:cNvPr>
          <p:cNvCxnSpPr>
            <a:cxnSpLocks/>
            <a:stCxn id="259" idx="3"/>
            <a:endCxn id="63" idx="7"/>
          </p:cNvCxnSpPr>
          <p:nvPr/>
        </p:nvCxnSpPr>
        <p:spPr>
          <a:xfrm flipH="1">
            <a:off x="6852628" y="2288541"/>
            <a:ext cx="627273" cy="5940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Pentagon 282">
            <a:extLst>
              <a:ext uri="{FF2B5EF4-FFF2-40B4-BE49-F238E27FC236}">
                <a16:creationId xmlns:a16="http://schemas.microsoft.com/office/drawing/2014/main" id="{18AAAE09-0CE6-8C45-499C-5A5B4E338201}"/>
              </a:ext>
            </a:extLst>
          </p:cNvPr>
          <p:cNvSpPr/>
          <p:nvPr/>
        </p:nvSpPr>
        <p:spPr>
          <a:xfrm>
            <a:off x="10105640" y="1853072"/>
            <a:ext cx="1064865" cy="450867"/>
          </a:xfrm>
          <a:prstGeom prst="pentagon">
            <a:avLst/>
          </a:prstGeom>
          <a:solidFill>
            <a:srgbClr val="7698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Distal Contextual 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Factors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Pentagon 281">
            <a:extLst>
              <a:ext uri="{FF2B5EF4-FFF2-40B4-BE49-F238E27FC236}">
                <a16:creationId xmlns:a16="http://schemas.microsoft.com/office/drawing/2014/main" id="{276C9072-22E2-FDF9-77AF-2C19D5F9C039}"/>
              </a:ext>
            </a:extLst>
          </p:cNvPr>
          <p:cNvSpPr/>
          <p:nvPr/>
        </p:nvSpPr>
        <p:spPr>
          <a:xfrm>
            <a:off x="10124157" y="2637975"/>
            <a:ext cx="950955" cy="466136"/>
          </a:xfrm>
          <a:prstGeom prst="pentagon">
            <a:avLst/>
          </a:prstGeom>
          <a:solidFill>
            <a:srgbClr val="7698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Proximal Contextual factors</a:t>
            </a:r>
          </a:p>
        </p:txBody>
      </p: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1DCFF4F2-222C-7334-7FF2-35CE119BEB59}"/>
              </a:ext>
            </a:extLst>
          </p:cNvPr>
          <p:cNvCxnSpPr>
            <a:cxnSpLocks/>
            <a:stCxn id="265" idx="0"/>
            <a:endCxn id="281" idx="3"/>
          </p:cNvCxnSpPr>
          <p:nvPr/>
        </p:nvCxnSpPr>
        <p:spPr>
          <a:xfrm flipV="1">
            <a:off x="9225854" y="2805024"/>
            <a:ext cx="26011" cy="1449774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TextBox 435">
            <a:extLst>
              <a:ext uri="{FF2B5EF4-FFF2-40B4-BE49-F238E27FC236}">
                <a16:creationId xmlns:a16="http://schemas.microsoft.com/office/drawing/2014/main" id="{B16922DB-9C5C-C39F-B28C-D8F881A6B327}"/>
              </a:ext>
            </a:extLst>
          </p:cNvPr>
          <p:cNvSpPr txBox="1"/>
          <p:nvPr/>
        </p:nvSpPr>
        <p:spPr>
          <a:xfrm flipH="1">
            <a:off x="8720628" y="3041436"/>
            <a:ext cx="64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F757269C-1645-26B2-52EC-7793C43736FA}"/>
              </a:ext>
            </a:extLst>
          </p:cNvPr>
          <p:cNvCxnSpPr>
            <a:cxnSpLocks/>
            <a:stCxn id="263" idx="2"/>
            <a:endCxn id="63" idx="5"/>
          </p:cNvCxnSpPr>
          <p:nvPr/>
        </p:nvCxnSpPr>
        <p:spPr>
          <a:xfrm flipH="1" flipV="1">
            <a:off x="6852628" y="3642059"/>
            <a:ext cx="340506" cy="2374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0" name="Oval 519">
            <a:extLst>
              <a:ext uri="{FF2B5EF4-FFF2-40B4-BE49-F238E27FC236}">
                <a16:creationId xmlns:a16="http://schemas.microsoft.com/office/drawing/2014/main" id="{4C54FC07-73B2-42AC-8D3F-7E315F23053D}"/>
              </a:ext>
            </a:extLst>
          </p:cNvPr>
          <p:cNvSpPr/>
          <p:nvPr/>
        </p:nvSpPr>
        <p:spPr>
          <a:xfrm>
            <a:off x="4205007" y="1918127"/>
            <a:ext cx="117067" cy="10753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9" name="Oval 518">
            <a:extLst>
              <a:ext uri="{FF2B5EF4-FFF2-40B4-BE49-F238E27FC236}">
                <a16:creationId xmlns:a16="http://schemas.microsoft.com/office/drawing/2014/main" id="{16FDA045-CED9-929E-F4D9-122C4C0C5330}"/>
              </a:ext>
            </a:extLst>
          </p:cNvPr>
          <p:cNvSpPr/>
          <p:nvPr/>
        </p:nvSpPr>
        <p:spPr>
          <a:xfrm>
            <a:off x="4042708" y="2283493"/>
            <a:ext cx="117067" cy="10753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9ABDA297-6A11-C278-C5E8-D8881ECDC245}"/>
              </a:ext>
            </a:extLst>
          </p:cNvPr>
          <p:cNvGrpSpPr/>
          <p:nvPr/>
        </p:nvGrpSpPr>
        <p:grpSpPr>
          <a:xfrm>
            <a:off x="4023914" y="1946734"/>
            <a:ext cx="1437349" cy="414800"/>
            <a:chOff x="3785616" y="2074858"/>
            <a:chExt cx="1437349" cy="414800"/>
          </a:xfrm>
        </p:grpSpPr>
        <p:sp>
          <p:nvSpPr>
            <p:cNvPr id="226" name="Flowchart: Data 225">
              <a:extLst>
                <a:ext uri="{FF2B5EF4-FFF2-40B4-BE49-F238E27FC236}">
                  <a16:creationId xmlns:a16="http://schemas.microsoft.com/office/drawing/2014/main" id="{567D8165-307C-9F67-18F2-4A885B855F61}"/>
                </a:ext>
              </a:extLst>
            </p:cNvPr>
            <p:cNvSpPr/>
            <p:nvPr/>
          </p:nvSpPr>
          <p:spPr>
            <a:xfrm>
              <a:off x="3785616" y="2074858"/>
              <a:ext cx="1437349" cy="414800"/>
            </a:xfrm>
            <a:prstGeom prst="flowChartInputOutput">
              <a:avLst/>
            </a:prstGeom>
            <a:solidFill>
              <a:srgbClr val="C6645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FEEDBACK</a:t>
              </a:r>
              <a:endParaRPr kumimoji="0" lang="en-US" sz="800" b="1" i="0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A3F689CB-A3D5-C892-BFF3-C40558F2C50F}"/>
                </a:ext>
              </a:extLst>
            </p:cNvPr>
            <p:cNvSpPr/>
            <p:nvPr/>
          </p:nvSpPr>
          <p:spPr>
            <a:xfrm>
              <a:off x="4782257" y="2364768"/>
              <a:ext cx="117067" cy="107530"/>
            </a:xfrm>
            <a:prstGeom prst="ellipse">
              <a:avLst/>
            </a:prstGeom>
            <a:solidFill>
              <a:srgbClr val="C664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Oval 62">
            <a:extLst>
              <a:ext uri="{FF2B5EF4-FFF2-40B4-BE49-F238E27FC236}">
                <a16:creationId xmlns:a16="http://schemas.microsoft.com/office/drawing/2014/main" id="{CB0B860F-DBF4-C70E-E6F2-2C15324EAFA2}"/>
              </a:ext>
            </a:extLst>
          </p:cNvPr>
          <p:cNvSpPr/>
          <p:nvPr/>
        </p:nvSpPr>
        <p:spPr>
          <a:xfrm>
            <a:off x="5047527" y="2725294"/>
            <a:ext cx="2114807" cy="107405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u="sng">
                <a:solidFill>
                  <a:prstClr val="black"/>
                </a:solidFill>
                <a:latin typeface="Calibri" panose="020F0502020204030204"/>
              </a:rPr>
              <a:t>Ecological</a:t>
            </a:r>
            <a:r>
              <a:rPr kumimoji="0" lang="en-US" sz="1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Mental Functioning Ontology</a:t>
            </a:r>
          </a:p>
        </p:txBody>
      </p:sp>
      <p:cxnSp>
        <p:nvCxnSpPr>
          <p:cNvPr id="532" name="Straight Arrow Connector 531">
            <a:extLst>
              <a:ext uri="{FF2B5EF4-FFF2-40B4-BE49-F238E27FC236}">
                <a16:creationId xmlns:a16="http://schemas.microsoft.com/office/drawing/2014/main" id="{5EDCDD9C-50F2-FDD5-FC15-22138332A542}"/>
              </a:ext>
            </a:extLst>
          </p:cNvPr>
          <p:cNvCxnSpPr>
            <a:cxnSpLocks/>
            <a:stCxn id="255" idx="0"/>
          </p:cNvCxnSpPr>
          <p:nvPr/>
        </p:nvCxnSpPr>
        <p:spPr>
          <a:xfrm flipH="1" flipV="1">
            <a:off x="9117885" y="3606955"/>
            <a:ext cx="1335" cy="6755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4" name="TextBox 553">
            <a:extLst>
              <a:ext uri="{FF2B5EF4-FFF2-40B4-BE49-F238E27FC236}">
                <a16:creationId xmlns:a16="http://schemas.microsoft.com/office/drawing/2014/main" id="{94DBFBBF-8D8C-E384-7E22-6846B724106B}"/>
              </a:ext>
            </a:extLst>
          </p:cNvPr>
          <p:cNvSpPr txBox="1"/>
          <p:nvPr/>
        </p:nvSpPr>
        <p:spPr>
          <a:xfrm flipH="1">
            <a:off x="4975929" y="2650774"/>
            <a:ext cx="575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5" name="TextBox 554">
            <a:extLst>
              <a:ext uri="{FF2B5EF4-FFF2-40B4-BE49-F238E27FC236}">
                <a16:creationId xmlns:a16="http://schemas.microsoft.com/office/drawing/2014/main" id="{AF9AA4D4-48BF-3C56-2188-87D86057D7FD}"/>
              </a:ext>
            </a:extLst>
          </p:cNvPr>
          <p:cNvSpPr txBox="1"/>
          <p:nvPr/>
        </p:nvSpPr>
        <p:spPr>
          <a:xfrm flipH="1">
            <a:off x="7032203" y="3513298"/>
            <a:ext cx="575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73" name="Group 572">
            <a:extLst>
              <a:ext uri="{FF2B5EF4-FFF2-40B4-BE49-F238E27FC236}">
                <a16:creationId xmlns:a16="http://schemas.microsoft.com/office/drawing/2014/main" id="{0F8E4165-0CC1-B218-B549-081825C3F23D}"/>
              </a:ext>
            </a:extLst>
          </p:cNvPr>
          <p:cNvGrpSpPr/>
          <p:nvPr/>
        </p:nvGrpSpPr>
        <p:grpSpPr>
          <a:xfrm>
            <a:off x="9373855" y="3485953"/>
            <a:ext cx="1110157" cy="392359"/>
            <a:chOff x="8913252" y="3638353"/>
            <a:chExt cx="1110157" cy="392359"/>
          </a:xfrm>
        </p:grpSpPr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FDC87672-C5E8-462E-45DC-8213F9892BFA}"/>
                </a:ext>
              </a:extLst>
            </p:cNvPr>
            <p:cNvSpPr/>
            <p:nvPr/>
          </p:nvSpPr>
          <p:spPr>
            <a:xfrm>
              <a:off x="8913252" y="3638353"/>
              <a:ext cx="1110157" cy="39235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sng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Health Condition Factors</a:t>
              </a:r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DB156DFF-4050-1BE6-D92F-84244AAC3CC4}"/>
                </a:ext>
              </a:extLst>
            </p:cNvPr>
            <p:cNvSpPr/>
            <p:nvPr/>
          </p:nvSpPr>
          <p:spPr>
            <a:xfrm>
              <a:off x="9283989" y="3977284"/>
              <a:ext cx="67949" cy="5109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81" name="Straight Arrow Connector 580">
            <a:extLst>
              <a:ext uri="{FF2B5EF4-FFF2-40B4-BE49-F238E27FC236}">
                <a16:creationId xmlns:a16="http://schemas.microsoft.com/office/drawing/2014/main" id="{F1DC9323-6294-CDD2-1630-031C6DDF1D30}"/>
              </a:ext>
            </a:extLst>
          </p:cNvPr>
          <p:cNvCxnSpPr>
            <a:cxnSpLocks/>
            <a:endCxn id="263" idx="1"/>
          </p:cNvCxnSpPr>
          <p:nvPr/>
        </p:nvCxnSpPr>
        <p:spPr>
          <a:xfrm>
            <a:off x="7830049" y="2283493"/>
            <a:ext cx="26011" cy="14211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2" name="TextBox 491">
            <a:extLst>
              <a:ext uri="{FF2B5EF4-FFF2-40B4-BE49-F238E27FC236}">
                <a16:creationId xmlns:a16="http://schemas.microsoft.com/office/drawing/2014/main" id="{03EB9185-DCDA-26D9-0671-B8857C33BABA}"/>
              </a:ext>
            </a:extLst>
          </p:cNvPr>
          <p:cNvSpPr txBox="1"/>
          <p:nvPr/>
        </p:nvSpPr>
        <p:spPr>
          <a:xfrm flipH="1">
            <a:off x="7394404" y="5662590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 &amp;</a:t>
            </a:r>
            <a:b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2" name="Oval 511">
            <a:extLst>
              <a:ext uri="{FF2B5EF4-FFF2-40B4-BE49-F238E27FC236}">
                <a16:creationId xmlns:a16="http://schemas.microsoft.com/office/drawing/2014/main" id="{57B5F4F2-D619-FDE1-6216-EBA0E5DBBE7F}"/>
              </a:ext>
            </a:extLst>
          </p:cNvPr>
          <p:cNvSpPr/>
          <p:nvPr/>
        </p:nvSpPr>
        <p:spPr>
          <a:xfrm>
            <a:off x="8468592" y="5247149"/>
            <a:ext cx="149132" cy="13656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2" name="Connector: Elbow 571">
            <a:extLst>
              <a:ext uri="{FF2B5EF4-FFF2-40B4-BE49-F238E27FC236}">
                <a16:creationId xmlns:a16="http://schemas.microsoft.com/office/drawing/2014/main" id="{8ACF88E9-76D1-23C3-7796-202A6D54A5A7}"/>
              </a:ext>
            </a:extLst>
          </p:cNvPr>
          <p:cNvCxnSpPr>
            <a:cxnSpLocks/>
            <a:endCxn id="84" idx="3"/>
          </p:cNvCxnSpPr>
          <p:nvPr/>
        </p:nvCxnSpPr>
        <p:spPr>
          <a:xfrm>
            <a:off x="10861016" y="4474523"/>
            <a:ext cx="97868" cy="2088018"/>
          </a:xfrm>
          <a:prstGeom prst="bentConnector3">
            <a:avLst>
              <a:gd name="adj1" fmla="val 239678"/>
            </a:avLst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149AC620-301B-ACB5-0A75-6D7054E22795}"/>
              </a:ext>
            </a:extLst>
          </p:cNvPr>
          <p:cNvSpPr txBox="1"/>
          <p:nvPr/>
        </p:nvSpPr>
        <p:spPr>
          <a:xfrm flipH="1">
            <a:off x="6763348" y="6200027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_</a:t>
            </a: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&amp;</a:t>
            </a:r>
            <a:b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 of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EF6F6257-278C-D03D-D403-233725F80308}"/>
              </a:ext>
            </a:extLst>
          </p:cNvPr>
          <p:cNvSpPr txBox="1"/>
          <p:nvPr/>
        </p:nvSpPr>
        <p:spPr>
          <a:xfrm>
            <a:off x="7739515" y="2571117"/>
            <a:ext cx="763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>
                <a:latin typeface="Calibri" panose="020F0502020204030204"/>
              </a:rPr>
              <a:t>processed_by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23B15211-5751-56D0-EAC5-5D3B68AE9DE5}"/>
              </a:ext>
            </a:extLst>
          </p:cNvPr>
          <p:cNvGrpSpPr/>
          <p:nvPr/>
        </p:nvGrpSpPr>
        <p:grpSpPr>
          <a:xfrm>
            <a:off x="8783871" y="4254798"/>
            <a:ext cx="883966" cy="457033"/>
            <a:chOff x="8323268" y="4407198"/>
            <a:chExt cx="883966" cy="457033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C3646B10-3777-2817-4000-1278B572CB88}"/>
                </a:ext>
              </a:extLst>
            </p:cNvPr>
            <p:cNvGrpSpPr/>
            <p:nvPr/>
          </p:nvGrpSpPr>
          <p:grpSpPr>
            <a:xfrm>
              <a:off x="8323268" y="4407198"/>
              <a:ext cx="883966" cy="457033"/>
              <a:chOff x="8323268" y="4407198"/>
              <a:chExt cx="883966" cy="457033"/>
            </a:xfrm>
          </p:grpSpPr>
          <p:grpSp>
            <p:nvGrpSpPr>
              <p:cNvPr id="580" name="Group 579">
                <a:extLst>
                  <a:ext uri="{FF2B5EF4-FFF2-40B4-BE49-F238E27FC236}">
                    <a16:creationId xmlns:a16="http://schemas.microsoft.com/office/drawing/2014/main" id="{5F8011A5-772A-83DF-9EDA-26C976590A67}"/>
                  </a:ext>
                </a:extLst>
              </p:cNvPr>
              <p:cNvGrpSpPr/>
              <p:nvPr/>
            </p:nvGrpSpPr>
            <p:grpSpPr>
              <a:xfrm>
                <a:off x="8323268" y="4407198"/>
                <a:ext cx="883966" cy="457033"/>
                <a:chOff x="8310285" y="4576977"/>
                <a:chExt cx="883966" cy="457033"/>
              </a:xfrm>
            </p:grpSpPr>
            <p:grpSp>
              <p:nvGrpSpPr>
                <p:cNvPr id="577" name="Group 576">
                  <a:extLst>
                    <a:ext uri="{FF2B5EF4-FFF2-40B4-BE49-F238E27FC236}">
                      <a16:creationId xmlns:a16="http://schemas.microsoft.com/office/drawing/2014/main" id="{79F67A1D-8B8A-B1AD-F5D5-9C231D5CCBA8}"/>
                    </a:ext>
                  </a:extLst>
                </p:cNvPr>
                <p:cNvGrpSpPr/>
                <p:nvPr/>
              </p:nvGrpSpPr>
              <p:grpSpPr>
                <a:xfrm>
                  <a:off x="8310285" y="4576977"/>
                  <a:ext cx="883966" cy="457033"/>
                  <a:chOff x="8310285" y="4576977"/>
                  <a:chExt cx="883966" cy="457033"/>
                </a:xfrm>
              </p:grpSpPr>
              <p:grpSp>
                <p:nvGrpSpPr>
                  <p:cNvPr id="574" name="Group 573">
                    <a:extLst>
                      <a:ext uri="{FF2B5EF4-FFF2-40B4-BE49-F238E27FC236}">
                        <a16:creationId xmlns:a16="http://schemas.microsoft.com/office/drawing/2014/main" id="{5C78AB31-6A9C-FB5D-A0E0-151DBD1D9AF1}"/>
                      </a:ext>
                    </a:extLst>
                  </p:cNvPr>
                  <p:cNvGrpSpPr/>
                  <p:nvPr/>
                </p:nvGrpSpPr>
                <p:grpSpPr>
                  <a:xfrm>
                    <a:off x="8310285" y="4576977"/>
                    <a:ext cx="883966" cy="457033"/>
                    <a:chOff x="8310285" y="4576977"/>
                    <a:chExt cx="883966" cy="457033"/>
                  </a:xfrm>
                </p:grpSpPr>
                <p:sp>
                  <p:nvSpPr>
                    <p:cNvPr id="265" name="Pentagon 264">
                      <a:extLst>
                        <a:ext uri="{FF2B5EF4-FFF2-40B4-BE49-F238E27FC236}">
                          <a16:creationId xmlns:a16="http://schemas.microsoft.com/office/drawing/2014/main" id="{168A6B27-35FB-9963-65C2-C1B45DC32B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10285" y="4576977"/>
                      <a:ext cx="883966" cy="457033"/>
                    </a:xfrm>
                    <a:prstGeom prst="pentagon">
                      <a:avLst/>
                    </a:prstGeom>
                    <a:solidFill>
                      <a:srgbClr val="7030A0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Person Factors</a:t>
                      </a:r>
                    </a:p>
                  </p:txBody>
                </p:sp>
                <p:sp>
                  <p:nvSpPr>
                    <p:cNvPr id="569" name="Oval 568">
                      <a:extLst>
                        <a:ext uri="{FF2B5EF4-FFF2-40B4-BE49-F238E27FC236}">
                          <a16:creationId xmlns:a16="http://schemas.microsoft.com/office/drawing/2014/main" id="{49F7DCB2-5F8F-CC15-A978-64561289CD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9890" y="4646985"/>
                      <a:ext cx="89315" cy="100933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575" name="Rectangle 574">
                    <a:extLst>
                      <a:ext uri="{FF2B5EF4-FFF2-40B4-BE49-F238E27FC236}">
                        <a16:creationId xmlns:a16="http://schemas.microsoft.com/office/drawing/2014/main" id="{323721E5-84D5-0526-AD0F-724271FC4862}"/>
                      </a:ext>
                    </a:extLst>
                  </p:cNvPr>
                  <p:cNvSpPr/>
                  <p:nvPr/>
                </p:nvSpPr>
                <p:spPr>
                  <a:xfrm>
                    <a:off x="9126995" y="4747828"/>
                    <a:ext cx="67053" cy="1450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578" name="Oval 577">
                  <a:extLst>
                    <a:ext uri="{FF2B5EF4-FFF2-40B4-BE49-F238E27FC236}">
                      <a16:creationId xmlns:a16="http://schemas.microsoft.com/office/drawing/2014/main" id="{C913D723-8A96-BE5C-D6CA-6505BC84C97B}"/>
                    </a:ext>
                  </a:extLst>
                </p:cNvPr>
                <p:cNvSpPr/>
                <p:nvPr/>
              </p:nvSpPr>
              <p:spPr>
                <a:xfrm>
                  <a:off x="8363002" y="4809483"/>
                  <a:ext cx="103329" cy="8338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E45C9052-CB05-CC41-ADBD-A588E06DB60F}"/>
                  </a:ext>
                </a:extLst>
              </p:cNvPr>
              <p:cNvSpPr/>
              <p:nvPr/>
            </p:nvSpPr>
            <p:spPr>
              <a:xfrm>
                <a:off x="8523708" y="4488688"/>
                <a:ext cx="100943" cy="84097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C72BAA83-9E13-201D-F5C1-606F31354196}"/>
                </a:ext>
              </a:extLst>
            </p:cNvPr>
            <p:cNvSpPr/>
            <p:nvPr/>
          </p:nvSpPr>
          <p:spPr>
            <a:xfrm>
              <a:off x="8380238" y="4637689"/>
              <a:ext cx="130915" cy="824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0" name="TextBox 219">
            <a:extLst>
              <a:ext uri="{FF2B5EF4-FFF2-40B4-BE49-F238E27FC236}">
                <a16:creationId xmlns:a16="http://schemas.microsoft.com/office/drawing/2014/main" id="{761BC69A-27D2-5736-08F8-A51527182F03}"/>
              </a:ext>
            </a:extLst>
          </p:cNvPr>
          <p:cNvSpPr txBox="1"/>
          <p:nvPr/>
        </p:nvSpPr>
        <p:spPr>
          <a:xfrm flipH="1">
            <a:off x="10131774" y="5087229"/>
            <a:ext cx="4238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" dirty="0">
                <a:solidFill>
                  <a:prstClr val="black"/>
                </a:solidFill>
                <a:latin typeface="Calibri" panose="020F0502020204030204"/>
              </a:rPr>
              <a:t>is_a &amp;</a:t>
            </a:r>
            <a:br>
              <a:rPr lang="en-US" sz="4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sz="400" dirty="0" err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868605F9-43E8-A52F-274E-8F499A56B0E8}"/>
              </a:ext>
            </a:extLst>
          </p:cNvPr>
          <p:cNvCxnSpPr>
            <a:cxnSpLocks/>
          </p:cNvCxnSpPr>
          <p:nvPr/>
        </p:nvCxnSpPr>
        <p:spPr>
          <a:xfrm>
            <a:off x="8203623" y="5417107"/>
            <a:ext cx="604307" cy="4990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TextBox 235">
            <a:extLst>
              <a:ext uri="{FF2B5EF4-FFF2-40B4-BE49-F238E27FC236}">
                <a16:creationId xmlns:a16="http://schemas.microsoft.com/office/drawing/2014/main" id="{7F9CDA08-C24E-1F95-F63C-A0B1DFE8D195}"/>
              </a:ext>
            </a:extLst>
          </p:cNvPr>
          <p:cNvSpPr txBox="1"/>
          <p:nvPr/>
        </p:nvSpPr>
        <p:spPr>
          <a:xfrm flipH="1">
            <a:off x="8318560" y="5169154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 &amp;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2E8FE60A-6FC9-C100-790A-D003AE16E447}"/>
              </a:ext>
            </a:extLst>
          </p:cNvPr>
          <p:cNvSpPr/>
          <p:nvPr/>
        </p:nvSpPr>
        <p:spPr>
          <a:xfrm>
            <a:off x="6185066" y="4783619"/>
            <a:ext cx="892854" cy="349372"/>
          </a:xfrm>
          <a:prstGeom prst="pentagon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Mental Activity Limitations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4249122-2C3C-63AA-195F-3A7F17D8D1B9}"/>
              </a:ext>
            </a:extLst>
          </p:cNvPr>
          <p:cNvCxnSpPr>
            <a:cxnSpLocks/>
            <a:stCxn id="227" idx="2"/>
            <a:endCxn id="226" idx="0"/>
          </p:cNvCxnSpPr>
          <p:nvPr/>
        </p:nvCxnSpPr>
        <p:spPr>
          <a:xfrm flipH="1">
            <a:off x="4886323" y="1578074"/>
            <a:ext cx="559077" cy="368660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CABDD7-D681-7F39-B4F3-B01EA04CF5D8}"/>
              </a:ext>
            </a:extLst>
          </p:cNvPr>
          <p:cNvSpPr txBox="1"/>
          <p:nvPr/>
        </p:nvSpPr>
        <p:spPr>
          <a:xfrm flipH="1">
            <a:off x="4621950" y="1622099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2A47819-4C56-946F-8A40-58FF35803C16}"/>
              </a:ext>
            </a:extLst>
          </p:cNvPr>
          <p:cNvCxnSpPr>
            <a:cxnSpLocks/>
            <a:stCxn id="228" idx="2"/>
            <a:endCxn id="226" idx="1"/>
          </p:cNvCxnSpPr>
          <p:nvPr/>
        </p:nvCxnSpPr>
        <p:spPr>
          <a:xfrm>
            <a:off x="4402463" y="1569970"/>
            <a:ext cx="340126" cy="376764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FA2F9B0-2500-826D-21CA-99F63ACCE433}"/>
              </a:ext>
            </a:extLst>
          </p:cNvPr>
          <p:cNvSpPr txBox="1"/>
          <p:nvPr/>
        </p:nvSpPr>
        <p:spPr>
          <a:xfrm flipH="1">
            <a:off x="9020150" y="980584"/>
            <a:ext cx="424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err="1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BF8F85-5BB4-F11E-49F9-9860D18FAAA3}"/>
              </a:ext>
            </a:extLst>
          </p:cNvPr>
          <p:cNvSpPr txBox="1"/>
          <p:nvPr/>
        </p:nvSpPr>
        <p:spPr>
          <a:xfrm rot="757109">
            <a:off x="8198344" y="5471826"/>
            <a:ext cx="6382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bearer of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B416B6-EE38-85ED-79B2-6EA918EA1EB9}"/>
              </a:ext>
            </a:extLst>
          </p:cNvPr>
          <p:cNvCxnSpPr>
            <a:cxnSpLocks/>
            <a:stCxn id="287" idx="3"/>
          </p:cNvCxnSpPr>
          <p:nvPr/>
        </p:nvCxnSpPr>
        <p:spPr>
          <a:xfrm>
            <a:off x="8584133" y="1102900"/>
            <a:ext cx="676247" cy="193930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BF6BD50-5315-47CD-03C3-45D608CA92BE}"/>
              </a:ext>
            </a:extLst>
          </p:cNvPr>
          <p:cNvCxnSpPr>
            <a:cxnSpLocks/>
            <a:stCxn id="286" idx="2"/>
          </p:cNvCxnSpPr>
          <p:nvPr/>
        </p:nvCxnSpPr>
        <p:spPr>
          <a:xfrm flipH="1">
            <a:off x="9260380" y="1102900"/>
            <a:ext cx="266749" cy="193930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974B9D5-94F7-3F60-ABCC-F8592D6BF41E}"/>
              </a:ext>
            </a:extLst>
          </p:cNvPr>
          <p:cNvSpPr txBox="1"/>
          <p:nvPr/>
        </p:nvSpPr>
        <p:spPr>
          <a:xfrm flipH="1">
            <a:off x="9509215" y="2725294"/>
            <a:ext cx="766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err="1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8099F25-A3AB-152A-7278-4E5592014A69}"/>
              </a:ext>
            </a:extLst>
          </p:cNvPr>
          <p:cNvCxnSpPr>
            <a:cxnSpLocks/>
            <a:endCxn id="299" idx="5"/>
          </p:cNvCxnSpPr>
          <p:nvPr/>
        </p:nvCxnSpPr>
        <p:spPr>
          <a:xfrm flipH="1" flipV="1">
            <a:off x="9660647" y="2661086"/>
            <a:ext cx="463511" cy="154937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9F267EA-22E7-CF1E-05CD-75B637FC67CE}"/>
              </a:ext>
            </a:extLst>
          </p:cNvPr>
          <p:cNvCxnSpPr>
            <a:cxnSpLocks/>
            <a:stCxn id="283" idx="2"/>
            <a:endCxn id="329" idx="0"/>
          </p:cNvCxnSpPr>
          <p:nvPr/>
        </p:nvCxnSpPr>
        <p:spPr>
          <a:xfrm flipH="1">
            <a:off x="9610487" y="2303938"/>
            <a:ext cx="698525" cy="168655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E7EBDA2-E9FF-B0E6-F8F2-791E7ED95329}"/>
              </a:ext>
            </a:extLst>
          </p:cNvPr>
          <p:cNvCxnSpPr>
            <a:cxnSpLocks/>
            <a:stCxn id="12" idx="1"/>
            <a:endCxn id="2" idx="0"/>
          </p:cNvCxnSpPr>
          <p:nvPr/>
        </p:nvCxnSpPr>
        <p:spPr>
          <a:xfrm flipH="1" flipV="1">
            <a:off x="6631493" y="4783619"/>
            <a:ext cx="566319" cy="21142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E9A7EB5-050C-1500-AC27-D48F57C25287}"/>
              </a:ext>
            </a:extLst>
          </p:cNvPr>
          <p:cNvCxnSpPr>
            <a:cxnSpLocks/>
            <a:stCxn id="337" idx="2"/>
            <a:endCxn id="310" idx="7"/>
          </p:cNvCxnSpPr>
          <p:nvPr/>
        </p:nvCxnSpPr>
        <p:spPr>
          <a:xfrm flipH="1" flipV="1">
            <a:off x="8297896" y="4842810"/>
            <a:ext cx="1764396" cy="25548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55EA7EC-1865-09F2-6068-19FFD9519D34}"/>
              </a:ext>
            </a:extLst>
          </p:cNvPr>
          <p:cNvCxnSpPr>
            <a:cxnSpLocks/>
            <a:stCxn id="545" idx="1"/>
            <a:endCxn id="12" idx="4"/>
          </p:cNvCxnSpPr>
          <p:nvPr/>
        </p:nvCxnSpPr>
        <p:spPr>
          <a:xfrm flipH="1" flipV="1">
            <a:off x="8154258" y="5013171"/>
            <a:ext cx="677744" cy="214442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11FDB42B-77FF-60D6-90EB-7A442F43B6C5}"/>
              </a:ext>
            </a:extLst>
          </p:cNvPr>
          <p:cNvGrpSpPr/>
          <p:nvPr/>
        </p:nvGrpSpPr>
        <p:grpSpPr>
          <a:xfrm>
            <a:off x="9566239" y="4602349"/>
            <a:ext cx="1511034" cy="1373866"/>
            <a:chOff x="9566239" y="4754749"/>
            <a:chExt cx="1511034" cy="1373866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15CED90B-1150-FEF7-F300-EEA10F62A413}"/>
                </a:ext>
              </a:extLst>
            </p:cNvPr>
            <p:cNvSpPr txBox="1"/>
            <p:nvPr/>
          </p:nvSpPr>
          <p:spPr>
            <a:xfrm rot="16200000" flipH="1">
              <a:off x="10697578" y="5626667"/>
              <a:ext cx="57472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00">
                  <a:solidFill>
                    <a:prstClr val="black"/>
                  </a:solidFill>
                  <a:latin typeface="Calibri" panose="020F0502020204030204"/>
                </a:rPr>
                <a:t>integrates</a:t>
              </a: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84" name="Connector: Elbow 483">
              <a:extLst>
                <a:ext uri="{FF2B5EF4-FFF2-40B4-BE49-F238E27FC236}">
                  <a16:creationId xmlns:a16="http://schemas.microsoft.com/office/drawing/2014/main" id="{6C52B98E-233A-013C-8765-36699FF5DC8D}"/>
                </a:ext>
              </a:extLst>
            </p:cNvPr>
            <p:cNvCxnSpPr>
              <a:cxnSpLocks/>
              <a:stCxn id="317" idx="3"/>
              <a:endCxn id="331" idx="6"/>
            </p:cNvCxnSpPr>
            <p:nvPr/>
          </p:nvCxnSpPr>
          <p:spPr>
            <a:xfrm flipH="1" flipV="1">
              <a:off x="9566239" y="4754749"/>
              <a:ext cx="1251394" cy="1373866"/>
            </a:xfrm>
            <a:prstGeom prst="bentConnector3">
              <a:avLst>
                <a:gd name="adj1" fmla="val -18268"/>
              </a:avLst>
            </a:prstGeom>
            <a:ln w="19050">
              <a:solidFill>
                <a:srgbClr val="7030A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1D9CF7CF-2C21-7223-AD50-4A0DCD41FECF}"/>
              </a:ext>
            </a:extLst>
          </p:cNvPr>
          <p:cNvSpPr/>
          <p:nvPr/>
        </p:nvSpPr>
        <p:spPr>
          <a:xfrm>
            <a:off x="10899702" y="3634822"/>
            <a:ext cx="46514" cy="3730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2D426C12-6D38-80B4-8E9A-9E85B4402E27}"/>
              </a:ext>
            </a:extLst>
          </p:cNvPr>
          <p:cNvCxnSpPr>
            <a:cxnSpLocks/>
            <a:stCxn id="263" idx="4"/>
            <a:endCxn id="613" idx="3"/>
          </p:cNvCxnSpPr>
          <p:nvPr/>
        </p:nvCxnSpPr>
        <p:spPr>
          <a:xfrm rot="5400000">
            <a:off x="7293299" y="3578580"/>
            <a:ext cx="86957" cy="103856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3C8FA6A2-0559-ADE2-358C-3148C584E1AB}"/>
              </a:ext>
            </a:extLst>
          </p:cNvPr>
          <p:cNvSpPr txBox="1"/>
          <p:nvPr/>
        </p:nvSpPr>
        <p:spPr>
          <a:xfrm>
            <a:off x="6037081" y="4268961"/>
            <a:ext cx="592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dirty="0">
                <a:solidFill>
                  <a:prstClr val="black"/>
                </a:solidFill>
                <a:latin typeface="Calibri" panose="020F0502020204030204"/>
              </a:rPr>
              <a:t>Realized-in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06" name="Straight Arrow Connector 605">
            <a:extLst>
              <a:ext uri="{FF2B5EF4-FFF2-40B4-BE49-F238E27FC236}">
                <a16:creationId xmlns:a16="http://schemas.microsoft.com/office/drawing/2014/main" id="{8DF1653F-4DB0-4C17-0D44-739E6DFA8685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6008306" y="4734225"/>
            <a:ext cx="623187" cy="493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" name="TextBox 615">
            <a:extLst>
              <a:ext uri="{FF2B5EF4-FFF2-40B4-BE49-F238E27FC236}">
                <a16:creationId xmlns:a16="http://schemas.microsoft.com/office/drawing/2014/main" id="{E4C06BE7-821E-D5C2-6DDA-10EEDE64E91E}"/>
              </a:ext>
            </a:extLst>
          </p:cNvPr>
          <p:cNvSpPr txBox="1"/>
          <p:nvPr/>
        </p:nvSpPr>
        <p:spPr>
          <a:xfrm>
            <a:off x="7106441" y="4071256"/>
            <a:ext cx="355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</a:p>
        </p:txBody>
      </p:sp>
      <p:sp>
        <p:nvSpPr>
          <p:cNvPr id="198" name="Pentagon 197">
            <a:extLst>
              <a:ext uri="{FF2B5EF4-FFF2-40B4-BE49-F238E27FC236}">
                <a16:creationId xmlns:a16="http://schemas.microsoft.com/office/drawing/2014/main" id="{21582F67-A000-E6C7-F610-7696751171F8}"/>
              </a:ext>
            </a:extLst>
          </p:cNvPr>
          <p:cNvSpPr/>
          <p:nvPr/>
        </p:nvSpPr>
        <p:spPr>
          <a:xfrm rot="195740">
            <a:off x="6552477" y="951952"/>
            <a:ext cx="784905" cy="457970"/>
          </a:xfrm>
          <a:prstGeom prst="pentagon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76" name="Connector: Elbow 275">
            <a:extLst>
              <a:ext uri="{FF2B5EF4-FFF2-40B4-BE49-F238E27FC236}">
                <a16:creationId xmlns:a16="http://schemas.microsoft.com/office/drawing/2014/main" id="{AE54224A-BB59-5D5C-CC39-95FFEB217FE1}"/>
              </a:ext>
            </a:extLst>
          </p:cNvPr>
          <p:cNvCxnSpPr>
            <a:cxnSpLocks/>
            <a:endCxn id="654" idx="0"/>
          </p:cNvCxnSpPr>
          <p:nvPr/>
        </p:nvCxnSpPr>
        <p:spPr>
          <a:xfrm rot="16200000" flipH="1">
            <a:off x="9138703" y="5719638"/>
            <a:ext cx="194577" cy="1849"/>
          </a:xfrm>
          <a:prstGeom prst="bentConnector3">
            <a:avLst>
              <a:gd name="adj1" fmla="val 50000"/>
            </a:avLst>
          </a:prstGeom>
          <a:ln w="31750" cmpd="dbl">
            <a:solidFill>
              <a:srgbClr val="F4B1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Pentagon 313">
            <a:extLst>
              <a:ext uri="{FF2B5EF4-FFF2-40B4-BE49-F238E27FC236}">
                <a16:creationId xmlns:a16="http://schemas.microsoft.com/office/drawing/2014/main" id="{370FA70A-A4D6-7BD4-F972-B87807B265A8}"/>
              </a:ext>
            </a:extLst>
          </p:cNvPr>
          <p:cNvSpPr/>
          <p:nvPr/>
        </p:nvSpPr>
        <p:spPr>
          <a:xfrm rot="1598455">
            <a:off x="6934081" y="543828"/>
            <a:ext cx="709422" cy="458846"/>
          </a:xfrm>
          <a:prstGeom prst="pentagon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80CB3A31-2E3A-C0E8-B967-F524204FEA1D}"/>
              </a:ext>
            </a:extLst>
          </p:cNvPr>
          <p:cNvSpPr txBox="1"/>
          <p:nvPr/>
        </p:nvSpPr>
        <p:spPr>
          <a:xfrm>
            <a:off x="6701758" y="987619"/>
            <a:ext cx="745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External Factor</a:t>
            </a:r>
          </a:p>
          <a:p>
            <a:r>
              <a:rPr lang="en-US" sz="800">
                <a:solidFill>
                  <a:schemeClr val="bg1"/>
                </a:solidFill>
              </a:rPr>
              <a:t> Metrics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E8054BD6-7334-3146-8806-BB74C5756096}"/>
              </a:ext>
            </a:extLst>
          </p:cNvPr>
          <p:cNvSpPr txBox="1"/>
          <p:nvPr/>
        </p:nvSpPr>
        <p:spPr>
          <a:xfrm rot="1585024">
            <a:off x="7016203" y="700043"/>
            <a:ext cx="5310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Barriers</a:t>
            </a:r>
          </a:p>
        </p:txBody>
      </p: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C1C64AA4-F8FE-CA27-55D7-99E874BD6DAE}"/>
              </a:ext>
            </a:extLst>
          </p:cNvPr>
          <p:cNvCxnSpPr>
            <a:cxnSpLocks/>
            <a:stCxn id="414" idx="0"/>
          </p:cNvCxnSpPr>
          <p:nvPr/>
        </p:nvCxnSpPr>
        <p:spPr>
          <a:xfrm flipH="1" flipV="1">
            <a:off x="7260141" y="1283994"/>
            <a:ext cx="1320300" cy="714606"/>
          </a:xfrm>
          <a:prstGeom prst="straightConnector1">
            <a:avLst/>
          </a:prstGeom>
          <a:ln w="38100" cmpd="dbl">
            <a:solidFill>
              <a:schemeClr val="accent2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Arrow Connector 326">
            <a:extLst>
              <a:ext uri="{FF2B5EF4-FFF2-40B4-BE49-F238E27FC236}">
                <a16:creationId xmlns:a16="http://schemas.microsoft.com/office/drawing/2014/main" id="{850B2B7A-DD17-B656-EA0D-830C5B39E0DD}"/>
              </a:ext>
            </a:extLst>
          </p:cNvPr>
          <p:cNvCxnSpPr>
            <a:cxnSpLocks/>
            <a:stCxn id="314" idx="3"/>
          </p:cNvCxnSpPr>
          <p:nvPr/>
        </p:nvCxnSpPr>
        <p:spPr>
          <a:xfrm flipH="1">
            <a:off x="7125250" y="978317"/>
            <a:ext cx="60669" cy="942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93B7C44-09FA-C520-E35B-C2D28B5F6139}"/>
              </a:ext>
            </a:extLst>
          </p:cNvPr>
          <p:cNvCxnSpPr>
            <a:cxnSpLocks/>
            <a:endCxn id="76" idx="3"/>
          </p:cNvCxnSpPr>
          <p:nvPr/>
        </p:nvCxnSpPr>
        <p:spPr>
          <a:xfrm flipH="1" flipV="1">
            <a:off x="11734368" y="4817031"/>
            <a:ext cx="9655" cy="223010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entagon 25">
            <a:extLst>
              <a:ext uri="{FF2B5EF4-FFF2-40B4-BE49-F238E27FC236}">
                <a16:creationId xmlns:a16="http://schemas.microsoft.com/office/drawing/2014/main" id="{68F84B42-63AD-564A-0B8B-6807FECD8A58}"/>
              </a:ext>
            </a:extLst>
          </p:cNvPr>
          <p:cNvSpPr/>
          <p:nvPr/>
        </p:nvSpPr>
        <p:spPr>
          <a:xfrm>
            <a:off x="11240052" y="5013173"/>
            <a:ext cx="935241" cy="275202"/>
          </a:xfrm>
          <a:prstGeom prst="pentagon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Disability Status</a:t>
            </a:r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110E4A6B-1A95-57CB-45DC-E66C1E17C44A}"/>
              </a:ext>
            </a:extLst>
          </p:cNvPr>
          <p:cNvSpPr/>
          <p:nvPr/>
        </p:nvSpPr>
        <p:spPr>
          <a:xfrm rot="20314477">
            <a:off x="6253307" y="497033"/>
            <a:ext cx="704933" cy="490727"/>
          </a:xfrm>
          <a:prstGeom prst="pentagon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ADA050-6A33-FAF7-AA08-4D999CCA17EC}"/>
              </a:ext>
            </a:extLst>
          </p:cNvPr>
          <p:cNvSpPr txBox="1"/>
          <p:nvPr/>
        </p:nvSpPr>
        <p:spPr>
          <a:xfrm rot="20506164">
            <a:off x="6277188" y="673441"/>
            <a:ext cx="6880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Facilitators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625C4CB-B042-3C84-BABB-ABC4B35A16C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695403" y="970804"/>
            <a:ext cx="57021" cy="558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8F3DD1B-2ED7-617F-3AD2-18DCBB115DB9}"/>
              </a:ext>
            </a:extLst>
          </p:cNvPr>
          <p:cNvSpPr txBox="1"/>
          <p:nvPr/>
        </p:nvSpPr>
        <p:spPr>
          <a:xfrm rot="1600561">
            <a:off x="7119930" y="1444322"/>
            <a:ext cx="93046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prstClr val="black"/>
                </a:solidFill>
                <a:latin typeface="Calibri" panose="020F0502020204030204"/>
              </a:rPr>
              <a:t>has -qualifier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FA31731-BF16-6366-1E24-CD02C95E02EB}"/>
              </a:ext>
            </a:extLst>
          </p:cNvPr>
          <p:cNvSpPr txBox="1"/>
          <p:nvPr/>
        </p:nvSpPr>
        <p:spPr>
          <a:xfrm>
            <a:off x="8416794" y="4666838"/>
            <a:ext cx="6382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bearer of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D732EB9-2DE9-4B4F-7308-70A62945327B}"/>
              </a:ext>
            </a:extLst>
          </p:cNvPr>
          <p:cNvSpPr txBox="1"/>
          <p:nvPr/>
        </p:nvSpPr>
        <p:spPr>
          <a:xfrm>
            <a:off x="6459668" y="4581345"/>
            <a:ext cx="6382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bearer of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1AC829AF-6684-B883-960E-D2309A43FC6A}"/>
              </a:ext>
            </a:extLst>
          </p:cNvPr>
          <p:cNvCxnSpPr>
            <a:cxnSpLocks/>
            <a:stCxn id="317" idx="1"/>
          </p:cNvCxnSpPr>
          <p:nvPr/>
        </p:nvCxnSpPr>
        <p:spPr>
          <a:xfrm flipH="1" flipV="1">
            <a:off x="8150785" y="5564251"/>
            <a:ext cx="2094010" cy="41196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2278B735-8FA0-534F-97C9-3F6E35CCCF76}"/>
              </a:ext>
            </a:extLst>
          </p:cNvPr>
          <p:cNvSpPr txBox="1"/>
          <p:nvPr/>
        </p:nvSpPr>
        <p:spPr>
          <a:xfrm rot="19252165">
            <a:off x="9589237" y="5024441"/>
            <a:ext cx="6382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bearer of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ABD510-A102-E179-BA3A-C99F01491CB2}"/>
              </a:ext>
            </a:extLst>
          </p:cNvPr>
          <p:cNvGrpSpPr/>
          <p:nvPr/>
        </p:nvGrpSpPr>
        <p:grpSpPr>
          <a:xfrm>
            <a:off x="3099773" y="2508059"/>
            <a:ext cx="798430" cy="259832"/>
            <a:chOff x="6395481" y="4466587"/>
            <a:chExt cx="798430" cy="259832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219C7191-27FE-6D39-988B-06EE59D81D4F}"/>
                </a:ext>
              </a:extLst>
            </p:cNvPr>
            <p:cNvSpPr/>
            <p:nvPr/>
          </p:nvSpPr>
          <p:spPr>
            <a:xfrm>
              <a:off x="6395481" y="4466587"/>
              <a:ext cx="798430" cy="254509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Observer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F315B68-4303-A1A2-C419-230F0F8E66B5}"/>
                </a:ext>
              </a:extLst>
            </p:cNvPr>
            <p:cNvSpPr/>
            <p:nvPr/>
          </p:nvSpPr>
          <p:spPr>
            <a:xfrm>
              <a:off x="7061251" y="4643930"/>
              <a:ext cx="130915" cy="824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C03E8C9-7B57-6B2F-CC11-EAC41CB2EA7F}"/>
              </a:ext>
            </a:extLst>
          </p:cNvPr>
          <p:cNvCxnSpPr>
            <a:cxnSpLocks/>
            <a:endCxn id="228" idx="1"/>
          </p:cNvCxnSpPr>
          <p:nvPr/>
        </p:nvCxnSpPr>
        <p:spPr>
          <a:xfrm flipV="1">
            <a:off x="3505566" y="1409380"/>
            <a:ext cx="427819" cy="1101055"/>
          </a:xfrm>
          <a:prstGeom prst="straightConnector1">
            <a:avLst/>
          </a:prstGeom>
          <a:ln w="38100">
            <a:solidFill>
              <a:srgbClr val="C55A1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" name="TextBox 500">
            <a:extLst>
              <a:ext uri="{FF2B5EF4-FFF2-40B4-BE49-F238E27FC236}">
                <a16:creationId xmlns:a16="http://schemas.microsoft.com/office/drawing/2014/main" id="{E4F117C2-A06A-44E7-6F82-FEC34C3B65EF}"/>
              </a:ext>
            </a:extLst>
          </p:cNvPr>
          <p:cNvSpPr txBox="1"/>
          <p:nvPr/>
        </p:nvSpPr>
        <p:spPr>
          <a:xfrm>
            <a:off x="3289483" y="1783156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/>
              <a:t>provides</a:t>
            </a:r>
          </a:p>
        </p:txBody>
      </p: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002A289F-FF0F-DD49-67C2-96BA0E3ABCBB}"/>
              </a:ext>
            </a:extLst>
          </p:cNvPr>
          <p:cNvGrpSpPr/>
          <p:nvPr/>
        </p:nvGrpSpPr>
        <p:grpSpPr>
          <a:xfrm>
            <a:off x="7292270" y="215491"/>
            <a:ext cx="798430" cy="259832"/>
            <a:chOff x="6395481" y="4466587"/>
            <a:chExt cx="798430" cy="259832"/>
          </a:xfrm>
        </p:grpSpPr>
        <p:sp>
          <p:nvSpPr>
            <p:cNvPr id="570" name="Rectangle: Rounded Corners 569">
              <a:extLst>
                <a:ext uri="{FF2B5EF4-FFF2-40B4-BE49-F238E27FC236}">
                  <a16:creationId xmlns:a16="http://schemas.microsoft.com/office/drawing/2014/main" id="{27AC3920-7AB7-BF9F-5DC4-445ACA697D1C}"/>
                </a:ext>
              </a:extLst>
            </p:cNvPr>
            <p:cNvSpPr/>
            <p:nvPr/>
          </p:nvSpPr>
          <p:spPr>
            <a:xfrm>
              <a:off x="6395481" y="4466587"/>
              <a:ext cx="798430" cy="254509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u="sng">
                  <a:solidFill>
                    <a:prstClr val="black"/>
                  </a:solidFill>
                  <a:latin typeface="Calibri" panose="020F0502020204030204"/>
                </a:rPr>
                <a:t>Person</a:t>
              </a:r>
              <a:endParaRPr kumimoji="0" lang="en-US" sz="800" b="1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71EDF94-4218-481F-6494-941AAD33B9C6}"/>
                </a:ext>
              </a:extLst>
            </p:cNvPr>
            <p:cNvSpPr/>
            <p:nvPr/>
          </p:nvSpPr>
          <p:spPr>
            <a:xfrm>
              <a:off x="7061251" y="4643930"/>
              <a:ext cx="130915" cy="824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7" name="Rectangle 206">
            <a:extLst>
              <a:ext uri="{FF2B5EF4-FFF2-40B4-BE49-F238E27FC236}">
                <a16:creationId xmlns:a16="http://schemas.microsoft.com/office/drawing/2014/main" id="{6B5DFF1D-6E9C-6F5E-DA2D-5778B826BC8F}"/>
              </a:ext>
            </a:extLst>
          </p:cNvPr>
          <p:cNvSpPr/>
          <p:nvPr/>
        </p:nvSpPr>
        <p:spPr>
          <a:xfrm>
            <a:off x="6971725" y="4489935"/>
            <a:ext cx="130915" cy="82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Flowchart: Data 262">
            <a:extLst>
              <a:ext uri="{FF2B5EF4-FFF2-40B4-BE49-F238E27FC236}">
                <a16:creationId xmlns:a16="http://schemas.microsoft.com/office/drawing/2014/main" id="{268AA841-4CD6-CCAC-5D12-48CB2DE88297}"/>
              </a:ext>
            </a:extLst>
          </p:cNvPr>
          <p:cNvSpPr/>
          <p:nvPr/>
        </p:nvSpPr>
        <p:spPr>
          <a:xfrm>
            <a:off x="7027402" y="3704615"/>
            <a:ext cx="1657316" cy="349770"/>
          </a:xfrm>
          <a:prstGeom prst="flowChartInputOutpu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THROUGHPUT</a:t>
            </a:r>
          </a:p>
        </p:txBody>
      </p:sp>
      <p:cxnSp>
        <p:nvCxnSpPr>
          <p:cNvPr id="112" name="Connector: Curved 111">
            <a:extLst>
              <a:ext uri="{FF2B5EF4-FFF2-40B4-BE49-F238E27FC236}">
                <a16:creationId xmlns:a16="http://schemas.microsoft.com/office/drawing/2014/main" id="{75C41449-5508-562B-8EE9-18999FF61381}"/>
              </a:ext>
            </a:extLst>
          </p:cNvPr>
          <p:cNvCxnSpPr>
            <a:cxnSpLocks/>
            <a:stCxn id="41" idx="1"/>
            <a:endCxn id="570" idx="1"/>
          </p:cNvCxnSpPr>
          <p:nvPr/>
        </p:nvCxnSpPr>
        <p:spPr>
          <a:xfrm rot="10800000" flipH="1">
            <a:off x="3099772" y="342746"/>
            <a:ext cx="4192497" cy="2292568"/>
          </a:xfrm>
          <a:prstGeom prst="curvedConnector3">
            <a:avLst>
              <a:gd name="adj1" fmla="val -113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: Curved 522">
            <a:extLst>
              <a:ext uri="{FF2B5EF4-FFF2-40B4-BE49-F238E27FC236}">
                <a16:creationId xmlns:a16="http://schemas.microsoft.com/office/drawing/2014/main" id="{749B4588-2495-B2C0-11B3-2407D8D8534B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67455" y="1485394"/>
            <a:ext cx="3067636" cy="819576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6DE58565-D753-3F44-AA45-C48980B88806}"/>
              </a:ext>
            </a:extLst>
          </p:cNvPr>
          <p:cNvSpPr/>
          <p:nvPr/>
        </p:nvSpPr>
        <p:spPr>
          <a:xfrm>
            <a:off x="5948368" y="2519343"/>
            <a:ext cx="54259" cy="1314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697353D6-0863-0550-FD47-E1E34855EE0E}"/>
              </a:ext>
            </a:extLst>
          </p:cNvPr>
          <p:cNvCxnSpPr>
            <a:cxnSpLocks/>
          </p:cNvCxnSpPr>
          <p:nvPr/>
        </p:nvCxnSpPr>
        <p:spPr>
          <a:xfrm flipV="1">
            <a:off x="5232599" y="2261616"/>
            <a:ext cx="1808570" cy="1518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: Elbow 185">
            <a:extLst>
              <a:ext uri="{FF2B5EF4-FFF2-40B4-BE49-F238E27FC236}">
                <a16:creationId xmlns:a16="http://schemas.microsoft.com/office/drawing/2014/main" id="{3EFDCA75-ED1E-C5B8-5FB6-4908F30E8C81}"/>
              </a:ext>
            </a:extLst>
          </p:cNvPr>
          <p:cNvCxnSpPr>
            <a:cxnSpLocks/>
            <a:stCxn id="420" idx="4"/>
            <a:endCxn id="84" idx="2"/>
          </p:cNvCxnSpPr>
          <p:nvPr/>
        </p:nvCxnSpPr>
        <p:spPr>
          <a:xfrm rot="16200000" flipH="1">
            <a:off x="5802561" y="1988670"/>
            <a:ext cx="1787956" cy="7671445"/>
          </a:xfrm>
          <a:prstGeom prst="bentConnector3">
            <a:avLst>
              <a:gd name="adj1" fmla="val 105462"/>
            </a:avLst>
          </a:prstGeom>
          <a:ln w="28575" cmpd="sng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Arrow Connector 502">
            <a:extLst>
              <a:ext uri="{FF2B5EF4-FFF2-40B4-BE49-F238E27FC236}">
                <a16:creationId xmlns:a16="http://schemas.microsoft.com/office/drawing/2014/main" id="{298ECB55-2972-9DB6-55D6-3537889DFF6B}"/>
              </a:ext>
            </a:extLst>
          </p:cNvPr>
          <p:cNvCxnSpPr>
            <a:cxnSpLocks/>
            <a:stCxn id="249" idx="1"/>
            <a:endCxn id="263" idx="5"/>
          </p:cNvCxnSpPr>
          <p:nvPr/>
        </p:nvCxnSpPr>
        <p:spPr>
          <a:xfrm flipH="1" flipV="1">
            <a:off x="8518986" y="3879500"/>
            <a:ext cx="451586" cy="4582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0" name="TextBox 509">
            <a:extLst>
              <a:ext uri="{FF2B5EF4-FFF2-40B4-BE49-F238E27FC236}">
                <a16:creationId xmlns:a16="http://schemas.microsoft.com/office/drawing/2014/main" id="{93154928-04B8-DBC6-8C7D-37C256B42BA3}"/>
              </a:ext>
            </a:extLst>
          </p:cNvPr>
          <p:cNvSpPr txBox="1"/>
          <p:nvPr/>
        </p:nvSpPr>
        <p:spPr>
          <a:xfrm flipH="1">
            <a:off x="8751426" y="3904677"/>
            <a:ext cx="64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3382682-9708-4307-4B11-E3938E02381C}"/>
              </a:ext>
            </a:extLst>
          </p:cNvPr>
          <p:cNvSpPr/>
          <p:nvPr/>
        </p:nvSpPr>
        <p:spPr>
          <a:xfrm>
            <a:off x="5172168" y="4971363"/>
            <a:ext cx="849766" cy="253394"/>
          </a:xfrm>
          <a:prstGeom prst="roundRect">
            <a:avLst>
              <a:gd name="adj" fmla="val 9909"/>
            </a:avLst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Physical Functioning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7D05100-2C89-22AC-B1EB-89F6A6EAC814}"/>
              </a:ext>
            </a:extLst>
          </p:cNvPr>
          <p:cNvCxnSpPr>
            <a:cxnSpLocks/>
          </p:cNvCxnSpPr>
          <p:nvPr/>
        </p:nvCxnSpPr>
        <p:spPr>
          <a:xfrm rot="10800000">
            <a:off x="4717855" y="4697694"/>
            <a:ext cx="454312" cy="105435"/>
          </a:xfrm>
          <a:prstGeom prst="bentConnector3">
            <a:avLst>
              <a:gd name="adj1" fmla="val 50000"/>
            </a:avLst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32EBC206-8D41-A00B-096C-EB05C95A74E2}"/>
              </a:ext>
            </a:extLst>
          </p:cNvPr>
          <p:cNvCxnSpPr>
            <a:cxnSpLocks/>
            <a:stCxn id="23" idx="1"/>
          </p:cNvCxnSpPr>
          <p:nvPr/>
        </p:nvCxnSpPr>
        <p:spPr>
          <a:xfrm rot="10800000">
            <a:off x="4714142" y="4770716"/>
            <a:ext cx="458027" cy="327345"/>
          </a:xfrm>
          <a:prstGeom prst="bentConnector3">
            <a:avLst>
              <a:gd name="adj1" fmla="val 57449"/>
            </a:avLst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" name="Rectangle: Rounded Corners 507">
            <a:extLst>
              <a:ext uri="{FF2B5EF4-FFF2-40B4-BE49-F238E27FC236}">
                <a16:creationId xmlns:a16="http://schemas.microsoft.com/office/drawing/2014/main" id="{8A619C13-3633-75B9-E0E8-27F6C0EEE163}"/>
              </a:ext>
            </a:extLst>
          </p:cNvPr>
          <p:cNvSpPr/>
          <p:nvPr/>
        </p:nvSpPr>
        <p:spPr>
          <a:xfrm>
            <a:off x="3804108" y="5296462"/>
            <a:ext cx="1038110" cy="341062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Functioning </a:t>
            </a:r>
            <a:r>
              <a:rPr lang="en-US" sz="800" b="1" u="sng">
                <a:solidFill>
                  <a:prstClr val="white"/>
                </a:solidFill>
                <a:latin typeface="Calibri" panose="020F0502020204030204"/>
              </a:rPr>
              <a:t>Performance</a:t>
            </a: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5" name="Pentagon 524">
            <a:extLst>
              <a:ext uri="{FF2B5EF4-FFF2-40B4-BE49-F238E27FC236}">
                <a16:creationId xmlns:a16="http://schemas.microsoft.com/office/drawing/2014/main" id="{DD33F14E-2677-56EF-EB46-C1015D03DF3C}"/>
              </a:ext>
            </a:extLst>
          </p:cNvPr>
          <p:cNvSpPr/>
          <p:nvPr/>
        </p:nvSpPr>
        <p:spPr>
          <a:xfrm>
            <a:off x="5001379" y="5296398"/>
            <a:ext cx="1070939" cy="445284"/>
          </a:xfrm>
          <a:prstGeom prst="pentagon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Performance Metrics</a:t>
            </a:r>
          </a:p>
        </p:txBody>
      </p:sp>
      <p:cxnSp>
        <p:nvCxnSpPr>
          <p:cNvPr id="530" name="Straight Arrow Connector 529">
            <a:extLst>
              <a:ext uri="{FF2B5EF4-FFF2-40B4-BE49-F238E27FC236}">
                <a16:creationId xmlns:a16="http://schemas.microsoft.com/office/drawing/2014/main" id="{487C097A-0BF2-AC7E-62F0-05ECEB95476C}"/>
              </a:ext>
            </a:extLst>
          </p:cNvPr>
          <p:cNvCxnSpPr>
            <a:cxnSpLocks/>
            <a:stCxn id="508" idx="3"/>
            <a:endCxn id="525" idx="1"/>
          </p:cNvCxnSpPr>
          <p:nvPr/>
        </p:nvCxnSpPr>
        <p:spPr>
          <a:xfrm flipV="1">
            <a:off x="4842218" y="5466481"/>
            <a:ext cx="159162" cy="512"/>
          </a:xfrm>
          <a:prstGeom prst="straightConnector1">
            <a:avLst/>
          </a:prstGeom>
          <a:ln w="38100" cmpd="dbl">
            <a:solidFill>
              <a:schemeClr val="accent2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DF809695-9525-6C2A-697F-E88F2545EBD4}"/>
              </a:ext>
            </a:extLst>
          </p:cNvPr>
          <p:cNvGrpSpPr/>
          <p:nvPr/>
        </p:nvGrpSpPr>
        <p:grpSpPr>
          <a:xfrm rot="10800000">
            <a:off x="4972026" y="6277749"/>
            <a:ext cx="561243" cy="290067"/>
            <a:chOff x="5062484" y="5322799"/>
            <a:chExt cx="561243" cy="290067"/>
          </a:xfrm>
        </p:grpSpPr>
        <p:sp>
          <p:nvSpPr>
            <p:cNvPr id="536" name="Pentagon 535">
              <a:extLst>
                <a:ext uri="{FF2B5EF4-FFF2-40B4-BE49-F238E27FC236}">
                  <a16:creationId xmlns:a16="http://schemas.microsoft.com/office/drawing/2014/main" id="{132C4AE9-ACDD-0199-9C81-FB6874E4637E}"/>
                </a:ext>
              </a:extLst>
            </p:cNvPr>
            <p:cNvSpPr/>
            <p:nvPr/>
          </p:nvSpPr>
          <p:spPr>
            <a:xfrm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7" name="TextBox 536">
              <a:extLst>
                <a:ext uri="{FF2B5EF4-FFF2-40B4-BE49-F238E27FC236}">
                  <a16:creationId xmlns:a16="http://schemas.microsoft.com/office/drawing/2014/main" id="{471A8819-FE4A-36B9-FA70-E04042AE565F}"/>
                </a:ext>
              </a:extLst>
            </p:cNvPr>
            <p:cNvSpPr txBox="1"/>
            <p:nvPr/>
          </p:nvSpPr>
          <p:spPr>
            <a:xfrm rot="10800000">
              <a:off x="5062484" y="5379372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>
                  <a:solidFill>
                    <a:schemeClr val="bg1"/>
                  </a:solidFill>
                </a:rPr>
                <a:t>Independence</a:t>
              </a:r>
            </a:p>
          </p:txBody>
        </p:sp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E0D92CE3-BE9C-E37F-6B9E-EEB498F442B6}"/>
              </a:ext>
            </a:extLst>
          </p:cNvPr>
          <p:cNvGrpSpPr/>
          <p:nvPr/>
        </p:nvGrpSpPr>
        <p:grpSpPr>
          <a:xfrm rot="10800000">
            <a:off x="5591280" y="6272903"/>
            <a:ext cx="562062" cy="290067"/>
            <a:chOff x="5209811" y="4990854"/>
            <a:chExt cx="562062" cy="290067"/>
          </a:xfrm>
        </p:grpSpPr>
        <p:sp>
          <p:nvSpPr>
            <p:cNvPr id="551" name="Pentagon 550">
              <a:extLst>
                <a:ext uri="{FF2B5EF4-FFF2-40B4-BE49-F238E27FC236}">
                  <a16:creationId xmlns:a16="http://schemas.microsoft.com/office/drawing/2014/main" id="{E03FAEEA-F3AF-AB50-C3F5-AA44EAFD14FC}"/>
                </a:ext>
              </a:extLst>
            </p:cNvPr>
            <p:cNvSpPr/>
            <p:nvPr/>
          </p:nvSpPr>
          <p:spPr>
            <a:xfrm>
              <a:off x="5314290" y="4990854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A9DCC347-54F8-DE6F-D962-DCF57F9C487F}"/>
                </a:ext>
              </a:extLst>
            </p:cNvPr>
            <p:cNvSpPr txBox="1"/>
            <p:nvPr/>
          </p:nvSpPr>
          <p:spPr>
            <a:xfrm rot="10800000">
              <a:off x="5209811" y="5053164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>
                  <a:solidFill>
                    <a:schemeClr val="bg1"/>
                  </a:solidFill>
                </a:rPr>
                <a:t>Assistance</a:t>
              </a:r>
            </a:p>
          </p:txBody>
        </p:sp>
      </p:grpSp>
      <p:grpSp>
        <p:nvGrpSpPr>
          <p:cNvPr id="561" name="Group 560">
            <a:extLst>
              <a:ext uri="{FF2B5EF4-FFF2-40B4-BE49-F238E27FC236}">
                <a16:creationId xmlns:a16="http://schemas.microsoft.com/office/drawing/2014/main" id="{3B78C406-FB46-F212-6D3A-CB85D0257FE4}"/>
              </a:ext>
            </a:extLst>
          </p:cNvPr>
          <p:cNvGrpSpPr/>
          <p:nvPr/>
        </p:nvGrpSpPr>
        <p:grpSpPr>
          <a:xfrm>
            <a:off x="5276278" y="5866032"/>
            <a:ext cx="561243" cy="290067"/>
            <a:chOff x="5079554" y="5322799"/>
            <a:chExt cx="561243" cy="290067"/>
          </a:xfrm>
        </p:grpSpPr>
        <p:sp>
          <p:nvSpPr>
            <p:cNvPr id="562" name="Pentagon 561">
              <a:extLst>
                <a:ext uri="{FF2B5EF4-FFF2-40B4-BE49-F238E27FC236}">
                  <a16:creationId xmlns:a16="http://schemas.microsoft.com/office/drawing/2014/main" id="{140118E9-4ED3-1995-669C-66B33352E4C1}"/>
                </a:ext>
              </a:extLst>
            </p:cNvPr>
            <p:cNvSpPr/>
            <p:nvPr/>
          </p:nvSpPr>
          <p:spPr>
            <a:xfrm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4" name="TextBox 563">
              <a:extLst>
                <a:ext uri="{FF2B5EF4-FFF2-40B4-BE49-F238E27FC236}">
                  <a16:creationId xmlns:a16="http://schemas.microsoft.com/office/drawing/2014/main" id="{75BACB74-55A5-ABBF-4679-95734B053CEC}"/>
                </a:ext>
              </a:extLst>
            </p:cNvPr>
            <p:cNvSpPr txBox="1"/>
            <p:nvPr/>
          </p:nvSpPr>
          <p:spPr>
            <a:xfrm>
              <a:off x="5079554" y="5343979"/>
              <a:ext cx="5612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Level of Performance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1D1509A-255C-925E-9346-D1A4C321B5BA}"/>
              </a:ext>
            </a:extLst>
          </p:cNvPr>
          <p:cNvGrpSpPr/>
          <p:nvPr/>
        </p:nvGrpSpPr>
        <p:grpSpPr>
          <a:xfrm rot="160248">
            <a:off x="5258813" y="6488154"/>
            <a:ext cx="561243" cy="215504"/>
            <a:chOff x="4817898" y="5460467"/>
            <a:chExt cx="561243" cy="215504"/>
          </a:xfrm>
        </p:grpSpPr>
        <p:sp>
          <p:nvSpPr>
            <p:cNvPr id="67" name="Pentagon 66">
              <a:extLst>
                <a:ext uri="{FF2B5EF4-FFF2-40B4-BE49-F238E27FC236}">
                  <a16:creationId xmlns:a16="http://schemas.microsoft.com/office/drawing/2014/main" id="{3409F077-5F72-C9CB-9DCE-B6CCB69D56E2}"/>
                </a:ext>
              </a:extLst>
            </p:cNvPr>
            <p:cNvSpPr/>
            <p:nvPr/>
          </p:nvSpPr>
          <p:spPr>
            <a:xfrm rot="21439752">
              <a:off x="4901989" y="5460467"/>
              <a:ext cx="394902" cy="215504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5575B8F-FB52-56BC-1D11-134F01FF51F7}"/>
                </a:ext>
              </a:extLst>
            </p:cNvPr>
            <p:cNvSpPr txBox="1"/>
            <p:nvPr/>
          </p:nvSpPr>
          <p:spPr>
            <a:xfrm rot="21439752">
              <a:off x="4817898" y="5496675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difficulty</a:t>
              </a:r>
            </a:p>
          </p:txBody>
        </p:sp>
      </p:grp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1C8A2D95-8468-1818-A4EE-DC86F6379DF5}"/>
              </a:ext>
            </a:extLst>
          </p:cNvPr>
          <p:cNvCxnSpPr>
            <a:cxnSpLocks/>
            <a:endCxn id="525" idx="3"/>
          </p:cNvCxnSpPr>
          <p:nvPr/>
        </p:nvCxnSpPr>
        <p:spPr>
          <a:xfrm rot="16200000" flipV="1">
            <a:off x="5474705" y="5803826"/>
            <a:ext cx="124350" cy="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06ACC005-56CB-177D-0473-CDF49DEA4F36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0089" y="6072921"/>
            <a:ext cx="116804" cy="283160"/>
          </a:xfrm>
          <a:prstGeom prst="bentConnector3">
            <a:avLst>
              <a:gd name="adj1" fmla="val 50000"/>
            </a:avLst>
          </a:prstGeom>
          <a:ln w="34925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FB71877F-A76A-CB60-E62B-7EB519AC078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335413" y="6076252"/>
            <a:ext cx="121650" cy="281345"/>
          </a:xfrm>
          <a:prstGeom prst="bentConnector3">
            <a:avLst>
              <a:gd name="adj1" fmla="val 50000"/>
            </a:avLst>
          </a:prstGeom>
          <a:ln w="34925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A87E5D3C-3F26-C28B-6831-3E8E5C879F97}"/>
              </a:ext>
            </a:extLst>
          </p:cNvPr>
          <p:cNvCxnSpPr>
            <a:cxnSpLocks/>
          </p:cNvCxnSpPr>
          <p:nvPr/>
        </p:nvCxnSpPr>
        <p:spPr>
          <a:xfrm rot="16200000" flipV="1">
            <a:off x="5372584" y="6320426"/>
            <a:ext cx="332098" cy="3443"/>
          </a:xfrm>
          <a:prstGeom prst="bentConnector3">
            <a:avLst>
              <a:gd name="adj1" fmla="val 50000"/>
            </a:avLst>
          </a:prstGeom>
          <a:ln w="34925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7B0309A6-88DA-7E45-F402-76EDC097885F}"/>
              </a:ext>
            </a:extLst>
          </p:cNvPr>
          <p:cNvSpPr/>
          <p:nvPr/>
        </p:nvSpPr>
        <p:spPr>
          <a:xfrm>
            <a:off x="2910470" y="5009125"/>
            <a:ext cx="724259" cy="355852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u="sng">
                <a:solidFill>
                  <a:prstClr val="white"/>
                </a:solidFill>
                <a:latin typeface="Calibri" panose="020F0502020204030204"/>
              </a:rPr>
              <a:t>Self Reported</a:t>
            </a: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Functioning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6D95AB85-0424-A815-5118-9D5BF5843D69}"/>
              </a:ext>
            </a:extLst>
          </p:cNvPr>
          <p:cNvSpPr/>
          <p:nvPr/>
        </p:nvSpPr>
        <p:spPr>
          <a:xfrm>
            <a:off x="2910470" y="3904899"/>
            <a:ext cx="716726" cy="347378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Functioning Observed By Others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B030843-ECDC-4E05-15C1-E7B1F884D9D8}"/>
              </a:ext>
            </a:extLst>
          </p:cNvPr>
          <p:cNvCxnSpPr>
            <a:cxnSpLocks/>
            <a:endCxn id="508" idx="0"/>
          </p:cNvCxnSpPr>
          <p:nvPr/>
        </p:nvCxnSpPr>
        <p:spPr>
          <a:xfrm flipH="1">
            <a:off x="4323163" y="4786809"/>
            <a:ext cx="10723" cy="5096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2ACA604-63D5-0F4F-4397-107C29D71C2F}"/>
              </a:ext>
            </a:extLst>
          </p:cNvPr>
          <p:cNvSpPr txBox="1"/>
          <p:nvPr/>
        </p:nvSpPr>
        <p:spPr>
          <a:xfrm>
            <a:off x="4263540" y="4952428"/>
            <a:ext cx="4355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i="1" dirty="0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kumimoji="0" lang="en-US" sz="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art of</a:t>
            </a:r>
            <a:endParaRPr kumimoji="0" lang="en-US" sz="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7689194-AD99-F742-6585-4C86F36253C1}"/>
              </a:ext>
            </a:extLst>
          </p:cNvPr>
          <p:cNvSpPr txBox="1"/>
          <p:nvPr/>
        </p:nvSpPr>
        <p:spPr>
          <a:xfrm>
            <a:off x="4737209" y="5543608"/>
            <a:ext cx="535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>
                <a:solidFill>
                  <a:prstClr val="black"/>
                </a:solidFill>
                <a:latin typeface="Calibri" panose="020F0502020204030204"/>
              </a:rPr>
              <a:t>qualifier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39A03449-16FD-EB05-FD48-E3F85DF38D33}"/>
              </a:ext>
            </a:extLst>
          </p:cNvPr>
          <p:cNvSpPr/>
          <p:nvPr/>
        </p:nvSpPr>
        <p:spPr>
          <a:xfrm>
            <a:off x="2838160" y="4306995"/>
            <a:ext cx="797896" cy="276999"/>
          </a:xfrm>
          <a:prstGeom prst="roundRect">
            <a:avLst>
              <a:gd name="adj" fmla="val 0"/>
            </a:avLst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Activities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550E3D8-30C6-DED7-4439-CCF0330D9567}"/>
              </a:ext>
            </a:extLst>
          </p:cNvPr>
          <p:cNvCxnSpPr>
            <a:cxnSpLocks/>
            <a:stCxn id="82" idx="3"/>
            <a:endCxn id="264" idx="2"/>
          </p:cNvCxnSpPr>
          <p:nvPr/>
        </p:nvCxnSpPr>
        <p:spPr>
          <a:xfrm flipV="1">
            <a:off x="3634729" y="4744657"/>
            <a:ext cx="294893" cy="4423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5502FB5-62D8-97C5-842D-20F27C63902B}"/>
              </a:ext>
            </a:extLst>
          </p:cNvPr>
          <p:cNvCxnSpPr>
            <a:cxnSpLocks/>
            <a:stCxn id="88" idx="3"/>
            <a:endCxn id="243" idx="2"/>
          </p:cNvCxnSpPr>
          <p:nvPr/>
        </p:nvCxnSpPr>
        <p:spPr>
          <a:xfrm>
            <a:off x="3627196" y="4078588"/>
            <a:ext cx="306189" cy="4302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717B8FFD-F173-6A5B-051B-B8D091D19DAC}"/>
              </a:ext>
            </a:extLst>
          </p:cNvPr>
          <p:cNvSpPr/>
          <p:nvPr/>
        </p:nvSpPr>
        <p:spPr>
          <a:xfrm>
            <a:off x="1212138" y="4979931"/>
            <a:ext cx="1397339" cy="276204"/>
          </a:xfrm>
          <a:prstGeom prst="roundRect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Domestic Life Activities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2B338168-E9B2-196E-3D86-FE1A1A1C1CB0}"/>
              </a:ext>
            </a:extLst>
          </p:cNvPr>
          <p:cNvSpPr/>
          <p:nvPr/>
        </p:nvSpPr>
        <p:spPr>
          <a:xfrm>
            <a:off x="1205345" y="4620341"/>
            <a:ext cx="1403074" cy="298961"/>
          </a:xfrm>
          <a:prstGeom prst="roundRect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Self_Care</a:t>
            </a: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Activities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CEAADFCE-665B-D98C-D737-3D0EA48F2AD4}"/>
              </a:ext>
            </a:extLst>
          </p:cNvPr>
          <p:cNvSpPr/>
          <p:nvPr/>
        </p:nvSpPr>
        <p:spPr>
          <a:xfrm>
            <a:off x="1214871" y="5313176"/>
            <a:ext cx="1409191" cy="420730"/>
          </a:xfrm>
          <a:prstGeom prst="roundRect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Interpersonal Interactions and Relationships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8E756B89-B4B1-3F46-C996-CEECFDAFE308}"/>
              </a:ext>
            </a:extLst>
          </p:cNvPr>
          <p:cNvSpPr/>
          <p:nvPr/>
        </p:nvSpPr>
        <p:spPr>
          <a:xfrm>
            <a:off x="1210917" y="4302142"/>
            <a:ext cx="1403074" cy="261350"/>
          </a:xfrm>
          <a:prstGeom prst="roundRect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Mobility Activities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A447E390-0736-75EC-C9B1-5F832BA8B607}"/>
              </a:ext>
            </a:extLst>
          </p:cNvPr>
          <p:cNvSpPr/>
          <p:nvPr/>
        </p:nvSpPr>
        <p:spPr>
          <a:xfrm>
            <a:off x="1209644" y="3968313"/>
            <a:ext cx="1397339" cy="280272"/>
          </a:xfrm>
          <a:prstGeom prst="roundRect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Communication Activities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C975846A-318C-44C8-A9CA-A4765B311845}"/>
              </a:ext>
            </a:extLst>
          </p:cNvPr>
          <p:cNvCxnSpPr>
            <a:cxnSpLocks/>
            <a:stCxn id="109" idx="3"/>
            <a:endCxn id="94" idx="1"/>
          </p:cNvCxnSpPr>
          <p:nvPr/>
        </p:nvCxnSpPr>
        <p:spPr>
          <a:xfrm>
            <a:off x="2606983" y="4108449"/>
            <a:ext cx="231177" cy="3370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0E9EB11-3BF1-84E1-20BF-45B8049F08DE}"/>
              </a:ext>
            </a:extLst>
          </p:cNvPr>
          <p:cNvCxnSpPr>
            <a:cxnSpLocks/>
            <a:stCxn id="106" idx="3"/>
            <a:endCxn id="94" idx="1"/>
          </p:cNvCxnSpPr>
          <p:nvPr/>
        </p:nvCxnSpPr>
        <p:spPr>
          <a:xfrm flipV="1">
            <a:off x="2608419" y="4445495"/>
            <a:ext cx="229741" cy="3243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AD4B2137-CB86-0514-2B93-B48DDDCFA015}"/>
              </a:ext>
            </a:extLst>
          </p:cNvPr>
          <p:cNvCxnSpPr>
            <a:cxnSpLocks/>
            <a:stCxn id="107" idx="3"/>
            <a:endCxn id="94" idx="1"/>
          </p:cNvCxnSpPr>
          <p:nvPr/>
        </p:nvCxnSpPr>
        <p:spPr>
          <a:xfrm flipV="1">
            <a:off x="2624062" y="4445495"/>
            <a:ext cx="214098" cy="10780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7B31F6EE-AD74-EBA6-E357-0D596CECCEB1}"/>
              </a:ext>
            </a:extLst>
          </p:cNvPr>
          <p:cNvSpPr/>
          <p:nvPr/>
        </p:nvSpPr>
        <p:spPr>
          <a:xfrm>
            <a:off x="1209591" y="3532900"/>
            <a:ext cx="1397337" cy="372946"/>
          </a:xfrm>
          <a:prstGeom prst="roundRect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Learning &amp; Applying Knowledge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F3DE2CBF-8FAD-F3DB-E504-F5D867CFD46C}"/>
              </a:ext>
            </a:extLst>
          </p:cNvPr>
          <p:cNvSpPr/>
          <p:nvPr/>
        </p:nvSpPr>
        <p:spPr>
          <a:xfrm>
            <a:off x="1200124" y="5827135"/>
            <a:ext cx="1426859" cy="395296"/>
          </a:xfrm>
          <a:prstGeom prst="roundRect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Major Life Areas Activities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7485C3C1-AA33-8933-2191-E5E3A25EB0FC}"/>
              </a:ext>
            </a:extLst>
          </p:cNvPr>
          <p:cNvSpPr/>
          <p:nvPr/>
        </p:nvSpPr>
        <p:spPr>
          <a:xfrm>
            <a:off x="1205344" y="6286684"/>
            <a:ext cx="1435209" cy="395297"/>
          </a:xfrm>
          <a:prstGeom prst="roundRect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Community, Social and   Civic Life Activities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B662ED10-B29F-4F19-2981-93A9C5230887}"/>
              </a:ext>
            </a:extLst>
          </p:cNvPr>
          <p:cNvCxnSpPr>
            <a:cxnSpLocks/>
            <a:stCxn id="120" idx="3"/>
          </p:cNvCxnSpPr>
          <p:nvPr/>
        </p:nvCxnSpPr>
        <p:spPr>
          <a:xfrm flipV="1">
            <a:off x="2626983" y="4801393"/>
            <a:ext cx="211177" cy="12233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9982F186-793F-5A47-F304-D9410E709331}"/>
              </a:ext>
            </a:extLst>
          </p:cNvPr>
          <p:cNvCxnSpPr>
            <a:cxnSpLocks/>
            <a:stCxn id="124" idx="3"/>
          </p:cNvCxnSpPr>
          <p:nvPr/>
        </p:nvCxnSpPr>
        <p:spPr>
          <a:xfrm flipV="1">
            <a:off x="2640553" y="4801393"/>
            <a:ext cx="197607" cy="16829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88AA44AC-7795-A3EE-A185-1A06B4B62AD1}"/>
              </a:ext>
            </a:extLst>
          </p:cNvPr>
          <p:cNvCxnSpPr>
            <a:cxnSpLocks/>
            <a:stCxn id="118" idx="3"/>
            <a:endCxn id="94" idx="1"/>
          </p:cNvCxnSpPr>
          <p:nvPr/>
        </p:nvCxnSpPr>
        <p:spPr>
          <a:xfrm>
            <a:off x="2606928" y="3719373"/>
            <a:ext cx="231232" cy="7261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C62D1D94-5A82-22F1-5656-0743DB31E4CA}"/>
              </a:ext>
            </a:extLst>
          </p:cNvPr>
          <p:cNvCxnSpPr>
            <a:cxnSpLocks/>
            <a:stCxn id="108" idx="3"/>
            <a:endCxn id="94" idx="1"/>
          </p:cNvCxnSpPr>
          <p:nvPr/>
        </p:nvCxnSpPr>
        <p:spPr>
          <a:xfrm>
            <a:off x="2613991" y="4432817"/>
            <a:ext cx="224169" cy="126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64503806-3E36-0970-8ECE-1CB9B534C97B}"/>
              </a:ext>
            </a:extLst>
          </p:cNvPr>
          <p:cNvCxnSpPr>
            <a:cxnSpLocks/>
            <a:stCxn id="105" idx="3"/>
            <a:endCxn id="94" idx="1"/>
          </p:cNvCxnSpPr>
          <p:nvPr/>
        </p:nvCxnSpPr>
        <p:spPr>
          <a:xfrm flipV="1">
            <a:off x="2609477" y="4445495"/>
            <a:ext cx="228683" cy="6725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Pentagon 157">
            <a:extLst>
              <a:ext uri="{FF2B5EF4-FFF2-40B4-BE49-F238E27FC236}">
                <a16:creationId xmlns:a16="http://schemas.microsoft.com/office/drawing/2014/main" id="{7AAE84F0-310F-55C2-2D18-4773D2C31DF1}"/>
              </a:ext>
            </a:extLst>
          </p:cNvPr>
          <p:cNvSpPr/>
          <p:nvPr/>
        </p:nvSpPr>
        <p:spPr>
          <a:xfrm>
            <a:off x="96369" y="4859810"/>
            <a:ext cx="779934" cy="508776"/>
          </a:xfrm>
          <a:prstGeom prst="pentagon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General Tasks and Demands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4B4339D6-E468-431E-C80A-FC3162600C5E}"/>
              </a:ext>
            </a:extLst>
          </p:cNvPr>
          <p:cNvCxnSpPr>
            <a:cxnSpLocks/>
            <a:stCxn id="158" idx="5"/>
            <a:endCxn id="118" idx="1"/>
          </p:cNvCxnSpPr>
          <p:nvPr/>
        </p:nvCxnSpPr>
        <p:spPr>
          <a:xfrm flipV="1">
            <a:off x="876302" y="3719373"/>
            <a:ext cx="333289" cy="13347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773CF667-FF3B-A3C0-4E9D-A17C5440DB60}"/>
              </a:ext>
            </a:extLst>
          </p:cNvPr>
          <p:cNvCxnSpPr>
            <a:cxnSpLocks/>
            <a:stCxn id="158" idx="5"/>
            <a:endCxn id="106" idx="1"/>
          </p:cNvCxnSpPr>
          <p:nvPr/>
        </p:nvCxnSpPr>
        <p:spPr>
          <a:xfrm flipV="1">
            <a:off x="876302" y="4769822"/>
            <a:ext cx="329043" cy="2843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FABA3F8E-30DC-797F-C5AA-26D814883952}"/>
              </a:ext>
            </a:extLst>
          </p:cNvPr>
          <p:cNvCxnSpPr>
            <a:cxnSpLocks/>
            <a:stCxn id="158" idx="5"/>
            <a:endCxn id="105" idx="1"/>
          </p:cNvCxnSpPr>
          <p:nvPr/>
        </p:nvCxnSpPr>
        <p:spPr>
          <a:xfrm>
            <a:off x="876302" y="5054145"/>
            <a:ext cx="335836" cy="638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B5DE2E00-9D3F-6BCC-AB4D-456E21D67200}"/>
              </a:ext>
            </a:extLst>
          </p:cNvPr>
          <p:cNvCxnSpPr>
            <a:cxnSpLocks/>
            <a:stCxn id="158" idx="5"/>
            <a:endCxn id="107" idx="1"/>
          </p:cNvCxnSpPr>
          <p:nvPr/>
        </p:nvCxnSpPr>
        <p:spPr>
          <a:xfrm>
            <a:off x="876302" y="5054145"/>
            <a:ext cx="338569" cy="4693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05B9B54B-A39B-A599-4768-72C97F596E38}"/>
              </a:ext>
            </a:extLst>
          </p:cNvPr>
          <p:cNvCxnSpPr>
            <a:cxnSpLocks/>
            <a:stCxn id="158" idx="5"/>
            <a:endCxn id="120" idx="1"/>
          </p:cNvCxnSpPr>
          <p:nvPr/>
        </p:nvCxnSpPr>
        <p:spPr>
          <a:xfrm>
            <a:off x="876302" y="5054145"/>
            <a:ext cx="323822" cy="9706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86F83846-6A40-7415-DFAF-9DEFD78A0D38}"/>
              </a:ext>
            </a:extLst>
          </p:cNvPr>
          <p:cNvCxnSpPr>
            <a:cxnSpLocks/>
            <a:stCxn id="158" idx="5"/>
            <a:endCxn id="124" idx="1"/>
          </p:cNvCxnSpPr>
          <p:nvPr/>
        </p:nvCxnSpPr>
        <p:spPr>
          <a:xfrm>
            <a:off x="876302" y="5054145"/>
            <a:ext cx="329042" cy="14301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1F2FA142-5CA9-3C89-3670-5B2FE063A200}"/>
              </a:ext>
            </a:extLst>
          </p:cNvPr>
          <p:cNvCxnSpPr>
            <a:cxnSpLocks/>
            <a:stCxn id="158" idx="5"/>
            <a:endCxn id="109" idx="1"/>
          </p:cNvCxnSpPr>
          <p:nvPr/>
        </p:nvCxnSpPr>
        <p:spPr>
          <a:xfrm flipV="1">
            <a:off x="876302" y="4108449"/>
            <a:ext cx="333342" cy="9456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0E06AA6B-5657-D356-38F3-19C94708D959}"/>
              </a:ext>
            </a:extLst>
          </p:cNvPr>
          <p:cNvCxnSpPr>
            <a:cxnSpLocks/>
            <a:stCxn id="158" idx="5"/>
            <a:endCxn id="108" idx="1"/>
          </p:cNvCxnSpPr>
          <p:nvPr/>
        </p:nvCxnSpPr>
        <p:spPr>
          <a:xfrm flipV="1">
            <a:off x="876302" y="4432817"/>
            <a:ext cx="334615" cy="6213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DB2EFD2D-F9E8-255D-8850-66E0EF89B2C5}"/>
              </a:ext>
            </a:extLst>
          </p:cNvPr>
          <p:cNvSpPr txBox="1"/>
          <p:nvPr/>
        </p:nvSpPr>
        <p:spPr>
          <a:xfrm>
            <a:off x="582437" y="4284472"/>
            <a:ext cx="569430" cy="21544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err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D83015BF-DDA3-9752-E7C8-77ED6B069DEB}"/>
              </a:ext>
            </a:extLst>
          </p:cNvPr>
          <p:cNvCxnSpPr>
            <a:cxnSpLocks/>
          </p:cNvCxnSpPr>
          <p:nvPr/>
        </p:nvCxnSpPr>
        <p:spPr>
          <a:xfrm flipV="1">
            <a:off x="4465666" y="3505646"/>
            <a:ext cx="699004" cy="2041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51878AF6-5A8B-0200-A1FE-00E045FD57FA}"/>
              </a:ext>
            </a:extLst>
          </p:cNvPr>
          <p:cNvSpPr txBox="1"/>
          <p:nvPr/>
        </p:nvSpPr>
        <p:spPr>
          <a:xfrm flipH="1">
            <a:off x="4540840" y="3374554"/>
            <a:ext cx="575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 err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D8CE3177-69FB-1B6D-B83F-1FFA5592C874}"/>
              </a:ext>
            </a:extLst>
          </p:cNvPr>
          <p:cNvCxnSpPr>
            <a:cxnSpLocks/>
            <a:endCxn id="88" idx="0"/>
          </p:cNvCxnSpPr>
          <p:nvPr/>
        </p:nvCxnSpPr>
        <p:spPr>
          <a:xfrm rot="5400000">
            <a:off x="2812746" y="3218656"/>
            <a:ext cx="1142331" cy="230155"/>
          </a:xfrm>
          <a:prstGeom prst="bentConnector3">
            <a:avLst>
              <a:gd name="adj1" fmla="val 27199"/>
            </a:avLst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DE846E39-71C5-3264-FD1B-47D58FE56480}"/>
              </a:ext>
            </a:extLst>
          </p:cNvPr>
          <p:cNvSpPr txBox="1"/>
          <p:nvPr/>
        </p:nvSpPr>
        <p:spPr>
          <a:xfrm flipH="1">
            <a:off x="3745400" y="6610649"/>
            <a:ext cx="5939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bearer of</a:t>
            </a:r>
          </a:p>
        </p:txBody>
      </p:sp>
      <p:cxnSp>
        <p:nvCxnSpPr>
          <p:cNvPr id="585" name="Connector: Elbow 584">
            <a:extLst>
              <a:ext uri="{FF2B5EF4-FFF2-40B4-BE49-F238E27FC236}">
                <a16:creationId xmlns:a16="http://schemas.microsoft.com/office/drawing/2014/main" id="{8950DC56-A2BC-1754-8E97-5556A787973F}"/>
              </a:ext>
            </a:extLst>
          </p:cNvPr>
          <p:cNvCxnSpPr>
            <a:cxnSpLocks/>
            <a:stCxn id="94" idx="3"/>
            <a:endCxn id="245" idx="2"/>
          </p:cNvCxnSpPr>
          <p:nvPr/>
        </p:nvCxnSpPr>
        <p:spPr>
          <a:xfrm>
            <a:off x="3636056" y="4445495"/>
            <a:ext cx="293210" cy="142763"/>
          </a:xfrm>
          <a:prstGeom prst="bentConnector3">
            <a:avLst>
              <a:gd name="adj1" fmla="val 50000"/>
            </a:avLst>
          </a:prstGeom>
          <a:ln w="34925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: Elbow 585">
            <a:extLst>
              <a:ext uri="{FF2B5EF4-FFF2-40B4-BE49-F238E27FC236}">
                <a16:creationId xmlns:a16="http://schemas.microsoft.com/office/drawing/2014/main" id="{973E2A7C-43B8-E3C4-92F6-C43D4ED766A9}"/>
              </a:ext>
            </a:extLst>
          </p:cNvPr>
          <p:cNvCxnSpPr>
            <a:cxnSpLocks/>
            <a:stCxn id="183" idx="3"/>
            <a:endCxn id="607" idx="1"/>
          </p:cNvCxnSpPr>
          <p:nvPr/>
        </p:nvCxnSpPr>
        <p:spPr>
          <a:xfrm flipV="1">
            <a:off x="3636056" y="4620894"/>
            <a:ext cx="298559" cy="180499"/>
          </a:xfrm>
          <a:prstGeom prst="bentConnector3">
            <a:avLst>
              <a:gd name="adj1" fmla="val 50000"/>
            </a:avLst>
          </a:prstGeom>
          <a:ln w="34925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2" name="TextBox 591">
            <a:extLst>
              <a:ext uri="{FF2B5EF4-FFF2-40B4-BE49-F238E27FC236}">
                <a16:creationId xmlns:a16="http://schemas.microsoft.com/office/drawing/2014/main" id="{0D15F555-6BB3-571B-C102-FFCAC46904FF}"/>
              </a:ext>
            </a:extLst>
          </p:cNvPr>
          <p:cNvSpPr txBox="1"/>
          <p:nvPr/>
        </p:nvSpPr>
        <p:spPr>
          <a:xfrm>
            <a:off x="8181347" y="4397263"/>
            <a:ext cx="6062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dirty="0">
                <a:solidFill>
                  <a:prstClr val="black"/>
                </a:solidFill>
                <a:latin typeface="Calibri" panose="020F0502020204030204"/>
              </a:rPr>
              <a:t>has agent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10" name="Connector: Elbow 609">
            <a:extLst>
              <a:ext uri="{FF2B5EF4-FFF2-40B4-BE49-F238E27FC236}">
                <a16:creationId xmlns:a16="http://schemas.microsoft.com/office/drawing/2014/main" id="{F1DE50A2-701D-80C0-8289-2E9C7DF0A3DF}"/>
              </a:ext>
            </a:extLst>
          </p:cNvPr>
          <p:cNvCxnSpPr>
            <a:cxnSpLocks/>
            <a:stCxn id="613" idx="2"/>
            <a:endCxn id="589" idx="3"/>
          </p:cNvCxnSpPr>
          <p:nvPr/>
        </p:nvCxnSpPr>
        <p:spPr>
          <a:xfrm rot="5400000">
            <a:off x="6185497" y="4096657"/>
            <a:ext cx="176770" cy="490771"/>
          </a:xfrm>
          <a:prstGeom prst="bentConnector2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3" name="Rectangle: Rounded Corners 612">
            <a:extLst>
              <a:ext uri="{FF2B5EF4-FFF2-40B4-BE49-F238E27FC236}">
                <a16:creationId xmlns:a16="http://schemas.microsoft.com/office/drawing/2014/main" id="{7C67482D-A289-9824-9922-478FAD214724}"/>
              </a:ext>
            </a:extLst>
          </p:cNvPr>
          <p:cNvSpPr/>
          <p:nvPr/>
        </p:nvSpPr>
        <p:spPr>
          <a:xfrm>
            <a:off x="6221039" y="4029026"/>
            <a:ext cx="596455" cy="224631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u="sng">
                <a:solidFill>
                  <a:schemeClr val="bg1"/>
                </a:solidFill>
                <a:latin typeface="Calibri" panose="020F0502020204030204"/>
              </a:rPr>
              <a:t>function</a:t>
            </a:r>
            <a:endParaRPr kumimoji="0" lang="en-US" sz="700" b="1" i="0" u="sng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535ADAC-0299-30DD-3886-3E590764E291}"/>
              </a:ext>
            </a:extLst>
          </p:cNvPr>
          <p:cNvGrpSpPr/>
          <p:nvPr/>
        </p:nvGrpSpPr>
        <p:grpSpPr>
          <a:xfrm>
            <a:off x="4976508" y="4031244"/>
            <a:ext cx="1151919" cy="208905"/>
            <a:chOff x="5085548" y="3714240"/>
            <a:chExt cx="387736" cy="131881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8F644F80-CFF2-69E3-BE80-1FB3F221F6EC}"/>
                </a:ext>
              </a:extLst>
            </p:cNvPr>
            <p:cNvSpPr/>
            <p:nvPr/>
          </p:nvSpPr>
          <p:spPr>
            <a:xfrm>
              <a:off x="5085548" y="3714240"/>
              <a:ext cx="355336" cy="98910"/>
            </a:xfrm>
            <a:prstGeom prst="roundRect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600" b="1" u="sng" dirty="0">
                  <a:solidFill>
                    <a:schemeClr val="bg1"/>
                  </a:solidFill>
                </a:rPr>
                <a:t>ProcessContextualization</a:t>
              </a:r>
              <a:endParaRPr lang="en-US" sz="800" b="1" u="sng" dirty="0">
                <a:solidFill>
                  <a:schemeClr val="bg1"/>
                </a:solidFill>
              </a:endParaRPr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06BD73B3-587C-CAC9-2E73-5A81ED19F452}"/>
                </a:ext>
              </a:extLst>
            </p:cNvPr>
            <p:cNvSpPr/>
            <p:nvPr/>
          </p:nvSpPr>
          <p:spPr>
            <a:xfrm>
              <a:off x="5399244" y="3800402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7" name="TextBox 246">
            <a:extLst>
              <a:ext uri="{FF2B5EF4-FFF2-40B4-BE49-F238E27FC236}">
                <a16:creationId xmlns:a16="http://schemas.microsoft.com/office/drawing/2014/main" id="{E5D3675F-8C97-53D1-9BAF-8551658A4B97}"/>
              </a:ext>
            </a:extLst>
          </p:cNvPr>
          <p:cNvSpPr txBox="1"/>
          <p:nvPr/>
        </p:nvSpPr>
        <p:spPr>
          <a:xfrm>
            <a:off x="3293100" y="3025398"/>
            <a:ext cx="5517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/>
              <a:t>observes</a:t>
            </a:r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305747C4-C710-CB78-AE27-0ACD0E63DF93}"/>
              </a:ext>
            </a:extLst>
          </p:cNvPr>
          <p:cNvGrpSpPr/>
          <p:nvPr/>
        </p:nvGrpSpPr>
        <p:grpSpPr>
          <a:xfrm>
            <a:off x="8302032" y="3410446"/>
            <a:ext cx="880762" cy="348423"/>
            <a:chOff x="8546371" y="3523195"/>
            <a:chExt cx="535827" cy="224487"/>
          </a:xfrm>
        </p:grpSpPr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8E9A16A7-C771-974E-B8CE-1FCA9B84240A}"/>
                </a:ext>
              </a:extLst>
            </p:cNvPr>
            <p:cNvGrpSpPr/>
            <p:nvPr/>
          </p:nvGrpSpPr>
          <p:grpSpPr>
            <a:xfrm>
              <a:off x="8546371" y="3523195"/>
              <a:ext cx="535827" cy="224487"/>
              <a:chOff x="6664934" y="4240353"/>
              <a:chExt cx="798430" cy="486066"/>
            </a:xfrm>
          </p:grpSpPr>
          <p:sp>
            <p:nvSpPr>
              <p:cNvPr id="452" name="Rectangle: Rounded Corners 451">
                <a:extLst>
                  <a:ext uri="{FF2B5EF4-FFF2-40B4-BE49-F238E27FC236}">
                    <a16:creationId xmlns:a16="http://schemas.microsoft.com/office/drawing/2014/main" id="{971B1379-BD78-5E54-547C-E808825B97ED}"/>
                  </a:ext>
                </a:extLst>
              </p:cNvPr>
              <p:cNvSpPr/>
              <p:nvPr/>
            </p:nvSpPr>
            <p:spPr>
              <a:xfrm>
                <a:off x="6664934" y="4240353"/>
                <a:ext cx="798430" cy="25451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b="1" u="sng">
                    <a:solidFill>
                      <a:prstClr val="black"/>
                    </a:solidFill>
                    <a:latin typeface="Calibri" panose="020F0502020204030204"/>
                  </a:rPr>
                  <a:t>Person-of-focus</a:t>
                </a:r>
                <a:endParaRPr kumimoji="0" lang="en-US" sz="800" b="1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Rectangle 452">
                <a:extLst>
                  <a:ext uri="{FF2B5EF4-FFF2-40B4-BE49-F238E27FC236}">
                    <a16:creationId xmlns:a16="http://schemas.microsoft.com/office/drawing/2014/main" id="{ABAA4C61-A311-8619-33B4-DB508AF6184C}"/>
                  </a:ext>
                </a:extLst>
              </p:cNvPr>
              <p:cNvSpPr/>
              <p:nvPr/>
            </p:nvSpPr>
            <p:spPr>
              <a:xfrm>
                <a:off x="7061251" y="4643930"/>
                <a:ext cx="130915" cy="8248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6B176EFF-4BC6-089B-F728-83D246DC0752}"/>
                </a:ext>
              </a:extLst>
            </p:cNvPr>
            <p:cNvSpPr/>
            <p:nvPr/>
          </p:nvSpPr>
          <p:spPr>
            <a:xfrm>
              <a:off x="9005689" y="3604096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33C04AF4-AE7F-70FC-98DA-C1DDC9F1A5B2}"/>
              </a:ext>
            </a:extLst>
          </p:cNvPr>
          <p:cNvGrpSpPr/>
          <p:nvPr/>
        </p:nvGrpSpPr>
        <p:grpSpPr>
          <a:xfrm>
            <a:off x="7197811" y="4675957"/>
            <a:ext cx="1182235" cy="337215"/>
            <a:chOff x="7197811" y="4675957"/>
            <a:chExt cx="1182235" cy="337215"/>
          </a:xfrm>
        </p:grpSpPr>
        <p:sp>
          <p:nvSpPr>
            <p:cNvPr id="12" name="Pentagon 11">
              <a:extLst>
                <a:ext uri="{FF2B5EF4-FFF2-40B4-BE49-F238E27FC236}">
                  <a16:creationId xmlns:a16="http://schemas.microsoft.com/office/drawing/2014/main" id="{541C258D-1FC2-7F2B-4C9A-E26A2197014D}"/>
                </a:ext>
              </a:extLst>
            </p:cNvPr>
            <p:cNvSpPr/>
            <p:nvPr/>
          </p:nvSpPr>
          <p:spPr>
            <a:xfrm>
              <a:off x="7197811" y="4675957"/>
              <a:ext cx="1182235" cy="337215"/>
            </a:xfrm>
            <a:prstGeom prst="pentagon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u="sng">
                  <a:solidFill>
                    <a:schemeClr val="bg1"/>
                  </a:solidFill>
                  <a:latin typeface="Calibri" panose="020F0502020204030204"/>
                </a:rPr>
                <a:t>Impairments</a:t>
              </a:r>
              <a:endPara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2A02F48B-6205-A35E-3CE6-8D64DEFA9AAB}"/>
                </a:ext>
              </a:extLst>
            </p:cNvPr>
            <p:cNvSpPr/>
            <p:nvPr/>
          </p:nvSpPr>
          <p:spPr>
            <a:xfrm>
              <a:off x="8167284" y="4915265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19EA11DA-D450-9F83-CAB0-6C7C4B722ADC}"/>
                </a:ext>
              </a:extLst>
            </p:cNvPr>
            <p:cNvSpPr/>
            <p:nvPr/>
          </p:nvSpPr>
          <p:spPr>
            <a:xfrm>
              <a:off x="8234699" y="4836115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86581070-CA4B-D21A-E8EE-A8EF41B2252E}"/>
              </a:ext>
            </a:extLst>
          </p:cNvPr>
          <p:cNvGrpSpPr/>
          <p:nvPr/>
        </p:nvGrpSpPr>
        <p:grpSpPr>
          <a:xfrm>
            <a:off x="8959729" y="4282480"/>
            <a:ext cx="654969" cy="403154"/>
            <a:chOff x="8959729" y="4282480"/>
            <a:chExt cx="654969" cy="403154"/>
          </a:xfrm>
        </p:grpSpPr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CF19CAED-B00B-443A-322F-11817F32DA10}"/>
                </a:ext>
              </a:extLst>
            </p:cNvPr>
            <p:cNvGrpSpPr/>
            <p:nvPr/>
          </p:nvGrpSpPr>
          <p:grpSpPr>
            <a:xfrm>
              <a:off x="8959729" y="4282480"/>
              <a:ext cx="576905" cy="403154"/>
              <a:chOff x="8959729" y="4282480"/>
              <a:chExt cx="576905" cy="403154"/>
            </a:xfrm>
          </p:grpSpPr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8D2E4AE4-D062-B3BA-D347-1998A9BF127F}"/>
                  </a:ext>
                </a:extLst>
              </p:cNvPr>
              <p:cNvSpPr/>
              <p:nvPr/>
            </p:nvSpPr>
            <p:spPr>
              <a:xfrm>
                <a:off x="8959729" y="4331065"/>
                <a:ext cx="74040" cy="45719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BE5BE940-B543-1E1B-3063-D0CC1CE9EFB7}"/>
                  </a:ext>
                </a:extLst>
              </p:cNvPr>
              <p:cNvSpPr/>
              <p:nvPr/>
            </p:nvSpPr>
            <p:spPr>
              <a:xfrm>
                <a:off x="9082200" y="4282480"/>
                <a:ext cx="74040" cy="45719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B71C81D1-A17B-C1FA-2747-08D2038EE319}"/>
                  </a:ext>
                </a:extLst>
              </p:cNvPr>
              <p:cNvSpPr/>
              <p:nvPr/>
            </p:nvSpPr>
            <p:spPr>
              <a:xfrm>
                <a:off x="9462594" y="4639915"/>
                <a:ext cx="74040" cy="45719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C2C32949-AF98-C877-C94F-7B392E4580FE}"/>
                </a:ext>
              </a:extLst>
            </p:cNvPr>
            <p:cNvSpPr/>
            <p:nvPr/>
          </p:nvSpPr>
          <p:spPr>
            <a:xfrm>
              <a:off x="9540658" y="4382996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1" name="Oval 330">
            <a:extLst>
              <a:ext uri="{FF2B5EF4-FFF2-40B4-BE49-F238E27FC236}">
                <a16:creationId xmlns:a16="http://schemas.microsoft.com/office/drawing/2014/main" id="{47527814-37BA-084D-20B8-5DBA8C81F21C}"/>
              </a:ext>
            </a:extLst>
          </p:cNvPr>
          <p:cNvSpPr/>
          <p:nvPr/>
        </p:nvSpPr>
        <p:spPr>
          <a:xfrm>
            <a:off x="9492199" y="4579489"/>
            <a:ext cx="74040" cy="4571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E505C460-6EEE-9677-E4B0-37118B6291F8}"/>
              </a:ext>
            </a:extLst>
          </p:cNvPr>
          <p:cNvGrpSpPr/>
          <p:nvPr/>
        </p:nvGrpSpPr>
        <p:grpSpPr>
          <a:xfrm>
            <a:off x="10244795" y="5842684"/>
            <a:ext cx="572838" cy="267062"/>
            <a:chOff x="10199600" y="5842684"/>
            <a:chExt cx="572838" cy="267062"/>
          </a:xfrm>
        </p:grpSpPr>
        <p:sp>
          <p:nvSpPr>
            <p:cNvPr id="317" name="Rectangle: Rounded Corners 316">
              <a:extLst>
                <a:ext uri="{FF2B5EF4-FFF2-40B4-BE49-F238E27FC236}">
                  <a16:creationId xmlns:a16="http://schemas.microsoft.com/office/drawing/2014/main" id="{6F548BF7-3F20-D388-4532-D639165A6003}"/>
                </a:ext>
              </a:extLst>
            </p:cNvPr>
            <p:cNvSpPr/>
            <p:nvPr/>
          </p:nvSpPr>
          <p:spPr>
            <a:xfrm>
              <a:off x="10199600" y="5842684"/>
              <a:ext cx="572838" cy="267062"/>
            </a:xfrm>
            <a:prstGeom prst="roundRect">
              <a:avLst/>
            </a:prstGeom>
            <a:solidFill>
              <a:srgbClr val="AA72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Mind</a:t>
              </a:r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88E25FE6-884B-BD32-3797-91477102BD04}"/>
                </a:ext>
              </a:extLst>
            </p:cNvPr>
            <p:cNvSpPr/>
            <p:nvPr/>
          </p:nvSpPr>
          <p:spPr>
            <a:xfrm>
              <a:off x="10694145" y="5946014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B3F2F525-7993-CDAE-1E67-571ED0C2974F}"/>
              </a:ext>
            </a:extLst>
          </p:cNvPr>
          <p:cNvGrpSpPr/>
          <p:nvPr/>
        </p:nvGrpSpPr>
        <p:grpSpPr>
          <a:xfrm>
            <a:off x="10062292" y="4723774"/>
            <a:ext cx="800716" cy="319421"/>
            <a:chOff x="10062292" y="4723774"/>
            <a:chExt cx="800716" cy="319421"/>
          </a:xfrm>
        </p:grpSpPr>
        <p:sp>
          <p:nvSpPr>
            <p:cNvPr id="312" name="Rectangle: Rounded Corners 311">
              <a:extLst>
                <a:ext uri="{FF2B5EF4-FFF2-40B4-BE49-F238E27FC236}">
                  <a16:creationId xmlns:a16="http://schemas.microsoft.com/office/drawing/2014/main" id="{1618EA15-842E-6497-5145-882C662E0F8B}"/>
                </a:ext>
              </a:extLst>
            </p:cNvPr>
            <p:cNvSpPr/>
            <p:nvPr/>
          </p:nvSpPr>
          <p:spPr>
            <a:xfrm>
              <a:off x="10076512" y="4723774"/>
              <a:ext cx="786496" cy="319421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sng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Body Structures</a:t>
              </a: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1C3F7A00-15E2-7AD2-092F-35B823D0232B}"/>
                </a:ext>
              </a:extLst>
            </p:cNvPr>
            <p:cNvSpPr/>
            <p:nvPr/>
          </p:nvSpPr>
          <p:spPr>
            <a:xfrm>
              <a:off x="10066526" y="4769364"/>
              <a:ext cx="74040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931F8677-A9E9-2AF6-C593-CD4E0D1FE0CC}"/>
                </a:ext>
              </a:extLst>
            </p:cNvPr>
            <p:cNvSpPr/>
            <p:nvPr/>
          </p:nvSpPr>
          <p:spPr>
            <a:xfrm>
              <a:off x="10062292" y="4845498"/>
              <a:ext cx="74040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1271A75F-A417-A838-C7A0-F33F9E0D2EA2}"/>
              </a:ext>
            </a:extLst>
          </p:cNvPr>
          <p:cNvGrpSpPr/>
          <p:nvPr/>
        </p:nvGrpSpPr>
        <p:grpSpPr>
          <a:xfrm>
            <a:off x="9967101" y="4059104"/>
            <a:ext cx="1037835" cy="509594"/>
            <a:chOff x="9967101" y="4059104"/>
            <a:chExt cx="1037835" cy="509594"/>
          </a:xfrm>
        </p:grpSpPr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D90CAAC1-9BB3-2E82-CF1C-95A679FB2B72}"/>
                </a:ext>
              </a:extLst>
            </p:cNvPr>
            <p:cNvGrpSpPr/>
            <p:nvPr/>
          </p:nvGrpSpPr>
          <p:grpSpPr>
            <a:xfrm>
              <a:off x="9967101" y="4059104"/>
              <a:ext cx="1037835" cy="509594"/>
              <a:chOff x="7450790" y="5378377"/>
              <a:chExt cx="1037835" cy="509594"/>
            </a:xfrm>
          </p:grpSpPr>
          <p:sp>
            <p:nvSpPr>
              <p:cNvPr id="268" name="Pentagon 267">
                <a:extLst>
                  <a:ext uri="{FF2B5EF4-FFF2-40B4-BE49-F238E27FC236}">
                    <a16:creationId xmlns:a16="http://schemas.microsoft.com/office/drawing/2014/main" id="{B3AB4B37-3206-873D-3426-7FA5E0E33903}"/>
                  </a:ext>
                </a:extLst>
              </p:cNvPr>
              <p:cNvSpPr/>
              <p:nvPr/>
            </p:nvSpPr>
            <p:spPr>
              <a:xfrm>
                <a:off x="7450790" y="5378377"/>
                <a:ext cx="1037835" cy="509594"/>
              </a:xfrm>
              <a:prstGeom prst="pentagon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Personal Background Factors</a:t>
                </a:r>
              </a:p>
            </p:txBody>
          </p:sp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B61331E8-E452-ACB2-1A39-8AB95C5E0376}"/>
                  </a:ext>
                </a:extLst>
              </p:cNvPr>
              <p:cNvSpPr/>
              <p:nvPr/>
            </p:nvSpPr>
            <p:spPr>
              <a:xfrm>
                <a:off x="7537189" y="5664803"/>
                <a:ext cx="96845" cy="84896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EC51EBE9-31B1-6D14-B7E6-512746973C66}"/>
                </a:ext>
              </a:extLst>
            </p:cNvPr>
            <p:cNvSpPr/>
            <p:nvPr/>
          </p:nvSpPr>
          <p:spPr>
            <a:xfrm>
              <a:off x="10786976" y="4451663"/>
              <a:ext cx="74040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473C03B9-4DC7-C6FA-DE7F-DD13029B4AF6}"/>
              </a:ext>
            </a:extLst>
          </p:cNvPr>
          <p:cNvGrpSpPr/>
          <p:nvPr/>
        </p:nvGrpSpPr>
        <p:grpSpPr>
          <a:xfrm>
            <a:off x="7320519" y="5247829"/>
            <a:ext cx="883104" cy="338555"/>
            <a:chOff x="7320519" y="5247829"/>
            <a:chExt cx="883104" cy="338555"/>
          </a:xfrm>
        </p:grpSpPr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546449B3-53CB-9734-6170-2F2FC08BF1D8}"/>
                </a:ext>
              </a:extLst>
            </p:cNvPr>
            <p:cNvGrpSpPr/>
            <p:nvPr/>
          </p:nvGrpSpPr>
          <p:grpSpPr>
            <a:xfrm>
              <a:off x="7320519" y="5247829"/>
              <a:ext cx="883104" cy="338555"/>
              <a:chOff x="6654284" y="5259238"/>
              <a:chExt cx="883104" cy="338555"/>
            </a:xfrm>
          </p:grpSpPr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44CAFD78-CFC2-485B-7A97-F35BBE123A15}"/>
                  </a:ext>
                </a:extLst>
              </p:cNvPr>
              <p:cNvSpPr/>
              <p:nvPr/>
            </p:nvSpPr>
            <p:spPr>
              <a:xfrm>
                <a:off x="6654284" y="5259238"/>
                <a:ext cx="883104" cy="338555"/>
              </a:xfrm>
              <a:prstGeom prst="roundRect">
                <a:avLst/>
              </a:prstGeom>
              <a:solidFill>
                <a:srgbClr val="AA72D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sng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Mental Functions</a:t>
                </a:r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B306CDF4-F684-0A0B-3669-795FEC622560}"/>
                  </a:ext>
                </a:extLst>
              </p:cNvPr>
              <p:cNvSpPr/>
              <p:nvPr/>
            </p:nvSpPr>
            <p:spPr>
              <a:xfrm>
                <a:off x="7198314" y="5532052"/>
                <a:ext cx="80892" cy="4571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56C0566C-B8D1-A3FB-D1BE-0A81C85FA3A3}"/>
                </a:ext>
              </a:extLst>
            </p:cNvPr>
            <p:cNvSpPr/>
            <p:nvPr/>
          </p:nvSpPr>
          <p:spPr>
            <a:xfrm>
              <a:off x="8113765" y="5518532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EB0DF920-FACA-7A7C-F3A0-F3BA3BCEC1FB}"/>
              </a:ext>
            </a:extLst>
          </p:cNvPr>
          <p:cNvCxnSpPr>
            <a:cxnSpLocks/>
            <a:endCxn id="326" idx="5"/>
          </p:cNvCxnSpPr>
          <p:nvPr/>
        </p:nvCxnSpPr>
        <p:spPr>
          <a:xfrm flipH="1">
            <a:off x="9603855" y="4417993"/>
            <a:ext cx="463828" cy="4027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ABD6AEF-D948-D8DF-34E8-8F9AA197AAEC}"/>
              </a:ext>
            </a:extLst>
          </p:cNvPr>
          <p:cNvCxnSpPr>
            <a:cxnSpLocks/>
            <a:stCxn id="373" idx="2"/>
            <a:endCxn id="343" idx="4"/>
          </p:cNvCxnSpPr>
          <p:nvPr/>
        </p:nvCxnSpPr>
        <p:spPr>
          <a:xfrm rot="10800000">
            <a:off x="4662166" y="4048461"/>
            <a:ext cx="510954" cy="3444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Arrow Connector 508">
            <a:extLst>
              <a:ext uri="{FF2B5EF4-FFF2-40B4-BE49-F238E27FC236}">
                <a16:creationId xmlns:a16="http://schemas.microsoft.com/office/drawing/2014/main" id="{5AB74D02-1DC9-FBE1-7F63-C3586B1574D3}"/>
              </a:ext>
            </a:extLst>
          </p:cNvPr>
          <p:cNvCxnSpPr>
            <a:cxnSpLocks/>
            <a:stCxn id="607" idx="0"/>
            <a:endCxn id="505" idx="4"/>
          </p:cNvCxnSpPr>
          <p:nvPr/>
        </p:nvCxnSpPr>
        <p:spPr>
          <a:xfrm flipV="1">
            <a:off x="4333886" y="4048919"/>
            <a:ext cx="9044" cy="4060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: Elbow 517">
            <a:extLst>
              <a:ext uri="{FF2B5EF4-FFF2-40B4-BE49-F238E27FC236}">
                <a16:creationId xmlns:a16="http://schemas.microsoft.com/office/drawing/2014/main" id="{0FC59DF5-BEA9-EF1D-7F17-A1363CEB0B88}"/>
              </a:ext>
            </a:extLst>
          </p:cNvPr>
          <p:cNvCxnSpPr>
            <a:cxnSpLocks/>
            <a:stCxn id="313" idx="1"/>
            <a:endCxn id="529" idx="6"/>
          </p:cNvCxnSpPr>
          <p:nvPr/>
        </p:nvCxnSpPr>
        <p:spPr>
          <a:xfrm rot="10800000">
            <a:off x="6022151" y="4845317"/>
            <a:ext cx="1298368" cy="571790"/>
          </a:xfrm>
          <a:prstGeom prst="bentConnector3">
            <a:avLst>
              <a:gd name="adj1" fmla="val 89956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1" name="Group 530">
            <a:extLst>
              <a:ext uri="{FF2B5EF4-FFF2-40B4-BE49-F238E27FC236}">
                <a16:creationId xmlns:a16="http://schemas.microsoft.com/office/drawing/2014/main" id="{7AE1FDBE-0391-540F-75B6-0BEFF0AFE47B}"/>
              </a:ext>
            </a:extLst>
          </p:cNvPr>
          <p:cNvGrpSpPr/>
          <p:nvPr/>
        </p:nvGrpSpPr>
        <p:grpSpPr>
          <a:xfrm>
            <a:off x="5172167" y="4679979"/>
            <a:ext cx="854817" cy="246297"/>
            <a:chOff x="5172167" y="4539302"/>
            <a:chExt cx="854817" cy="246297"/>
          </a:xfrm>
        </p:grpSpPr>
        <p:grpSp>
          <p:nvGrpSpPr>
            <p:cNvPr id="576" name="Group 575">
              <a:extLst>
                <a:ext uri="{FF2B5EF4-FFF2-40B4-BE49-F238E27FC236}">
                  <a16:creationId xmlns:a16="http://schemas.microsoft.com/office/drawing/2014/main" id="{A568E1B3-4B9A-91F1-AB1B-E3756DFF929D}"/>
                </a:ext>
              </a:extLst>
            </p:cNvPr>
            <p:cNvGrpSpPr/>
            <p:nvPr/>
          </p:nvGrpSpPr>
          <p:grpSpPr>
            <a:xfrm>
              <a:off x="5172167" y="4539302"/>
              <a:ext cx="854817" cy="246297"/>
              <a:chOff x="5172167" y="4482142"/>
              <a:chExt cx="854817" cy="246297"/>
            </a:xfrm>
          </p:grpSpPr>
          <p:sp>
            <p:nvSpPr>
              <p:cNvPr id="579" name="Rectangle: Rounded Corners 578">
                <a:extLst>
                  <a:ext uri="{FF2B5EF4-FFF2-40B4-BE49-F238E27FC236}">
                    <a16:creationId xmlns:a16="http://schemas.microsoft.com/office/drawing/2014/main" id="{2B39A366-5AF9-3AF9-0153-82A2262A8E34}"/>
                  </a:ext>
                </a:extLst>
              </p:cNvPr>
              <p:cNvSpPr/>
              <p:nvPr/>
            </p:nvSpPr>
            <p:spPr>
              <a:xfrm>
                <a:off x="5172167" y="4482142"/>
                <a:ext cx="849767" cy="246297"/>
              </a:xfrm>
              <a:prstGeom prst="roundRect">
                <a:avLst/>
              </a:prstGeom>
              <a:solidFill>
                <a:srgbClr val="385B6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1" u="sng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Mental Functioning</a:t>
                </a:r>
              </a:p>
            </p:txBody>
          </p:sp>
          <p:sp>
            <p:nvSpPr>
              <p:cNvPr id="582" name="Oval 581">
                <a:extLst>
                  <a:ext uri="{FF2B5EF4-FFF2-40B4-BE49-F238E27FC236}">
                    <a16:creationId xmlns:a16="http://schemas.microsoft.com/office/drawing/2014/main" id="{5ADA54D9-39CD-B6A2-9BA5-A5031BDFB7E3}"/>
                  </a:ext>
                </a:extLst>
              </p:cNvPr>
              <p:cNvSpPr/>
              <p:nvPr/>
            </p:nvSpPr>
            <p:spPr>
              <a:xfrm>
                <a:off x="5945109" y="4529693"/>
                <a:ext cx="74040" cy="45719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3" name="Oval 582">
                <a:extLst>
                  <a:ext uri="{FF2B5EF4-FFF2-40B4-BE49-F238E27FC236}">
                    <a16:creationId xmlns:a16="http://schemas.microsoft.com/office/drawing/2014/main" id="{FDDF444E-3AB6-2FDE-1794-6535EC91BE2F}"/>
                  </a:ext>
                </a:extLst>
              </p:cNvPr>
              <p:cNvSpPr/>
              <p:nvPr/>
            </p:nvSpPr>
            <p:spPr>
              <a:xfrm>
                <a:off x="5952944" y="4635845"/>
                <a:ext cx="74040" cy="45719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29" name="Oval 528">
              <a:extLst>
                <a:ext uri="{FF2B5EF4-FFF2-40B4-BE49-F238E27FC236}">
                  <a16:creationId xmlns:a16="http://schemas.microsoft.com/office/drawing/2014/main" id="{BE58F72B-16CB-31B0-3F36-7ECD6CA54C58}"/>
                </a:ext>
              </a:extLst>
            </p:cNvPr>
            <p:cNvSpPr/>
            <p:nvPr/>
          </p:nvSpPr>
          <p:spPr>
            <a:xfrm>
              <a:off x="5976432" y="468178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8" name="TextBox 537">
            <a:extLst>
              <a:ext uri="{FF2B5EF4-FFF2-40B4-BE49-F238E27FC236}">
                <a16:creationId xmlns:a16="http://schemas.microsoft.com/office/drawing/2014/main" id="{232ED7E5-EB96-682F-78B9-8EE4E7C468FB}"/>
              </a:ext>
            </a:extLst>
          </p:cNvPr>
          <p:cNvSpPr txBox="1"/>
          <p:nvPr/>
        </p:nvSpPr>
        <p:spPr>
          <a:xfrm>
            <a:off x="6134212" y="5223937"/>
            <a:ext cx="6624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dirty="0">
                <a:solidFill>
                  <a:prstClr val="black"/>
                </a:solidFill>
                <a:latin typeface="Calibri" panose="020F0502020204030204"/>
              </a:rPr>
              <a:t>Realized-in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47" name="Group 546">
            <a:extLst>
              <a:ext uri="{FF2B5EF4-FFF2-40B4-BE49-F238E27FC236}">
                <a16:creationId xmlns:a16="http://schemas.microsoft.com/office/drawing/2014/main" id="{3DBDF1B4-A979-50F3-D7A3-EC33BE5EC809}"/>
              </a:ext>
            </a:extLst>
          </p:cNvPr>
          <p:cNvGrpSpPr/>
          <p:nvPr/>
        </p:nvGrpSpPr>
        <p:grpSpPr>
          <a:xfrm>
            <a:off x="8807930" y="5220918"/>
            <a:ext cx="854273" cy="402357"/>
            <a:chOff x="8807930" y="5220918"/>
            <a:chExt cx="854273" cy="402357"/>
          </a:xfrm>
        </p:grpSpPr>
        <p:sp>
          <p:nvSpPr>
            <p:cNvPr id="311" name="Rectangle: Rounded Corners 310">
              <a:extLst>
                <a:ext uri="{FF2B5EF4-FFF2-40B4-BE49-F238E27FC236}">
                  <a16:creationId xmlns:a16="http://schemas.microsoft.com/office/drawing/2014/main" id="{7A2A4B6F-E28B-6324-60FB-09E6028D51B8}"/>
                </a:ext>
              </a:extLst>
            </p:cNvPr>
            <p:cNvSpPr/>
            <p:nvPr/>
          </p:nvSpPr>
          <p:spPr>
            <a:xfrm>
              <a:off x="8807930" y="5220918"/>
              <a:ext cx="854273" cy="402357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sng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Body Functions</a:t>
              </a:r>
            </a:p>
          </p:txBody>
        </p:sp>
        <p:sp>
          <p:nvSpPr>
            <p:cNvPr id="545" name="Oval 544">
              <a:extLst>
                <a:ext uri="{FF2B5EF4-FFF2-40B4-BE49-F238E27FC236}">
                  <a16:creationId xmlns:a16="http://schemas.microsoft.com/office/drawing/2014/main" id="{456B799F-C674-78FF-F6EA-69BBCFD02927}"/>
                </a:ext>
              </a:extLst>
            </p:cNvPr>
            <p:cNvSpPr/>
            <p:nvPr/>
          </p:nvSpPr>
          <p:spPr>
            <a:xfrm>
              <a:off x="8825307" y="5220918"/>
              <a:ext cx="45719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58" name="Straight Arrow Connector 557">
            <a:extLst>
              <a:ext uri="{FF2B5EF4-FFF2-40B4-BE49-F238E27FC236}">
                <a16:creationId xmlns:a16="http://schemas.microsoft.com/office/drawing/2014/main" id="{61BAD218-7569-1A70-A304-3E8EC9C4A742}"/>
              </a:ext>
            </a:extLst>
          </p:cNvPr>
          <p:cNvCxnSpPr>
            <a:cxnSpLocks/>
            <a:stCxn id="292" idx="1"/>
            <a:endCxn id="259" idx="5"/>
          </p:cNvCxnSpPr>
          <p:nvPr/>
        </p:nvCxnSpPr>
        <p:spPr>
          <a:xfrm flipH="1">
            <a:off x="8069572" y="2076753"/>
            <a:ext cx="231411" cy="72481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: Elbow 194">
            <a:extLst>
              <a:ext uri="{FF2B5EF4-FFF2-40B4-BE49-F238E27FC236}">
                <a16:creationId xmlns:a16="http://schemas.microsoft.com/office/drawing/2014/main" id="{BA90FC66-C5C7-2888-2B9B-75A77AB4B7BB}"/>
              </a:ext>
            </a:extLst>
          </p:cNvPr>
          <p:cNvCxnSpPr>
            <a:cxnSpLocks/>
            <a:stCxn id="115" idx="3"/>
            <a:endCxn id="381" idx="6"/>
          </p:cNvCxnSpPr>
          <p:nvPr/>
        </p:nvCxnSpPr>
        <p:spPr>
          <a:xfrm flipH="1">
            <a:off x="11869088" y="257680"/>
            <a:ext cx="6294" cy="1294420"/>
          </a:xfrm>
          <a:prstGeom prst="bentConnector3">
            <a:avLst>
              <a:gd name="adj1" fmla="val -3632031"/>
            </a:avLst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: Elbow 233">
            <a:extLst>
              <a:ext uri="{FF2B5EF4-FFF2-40B4-BE49-F238E27FC236}">
                <a16:creationId xmlns:a16="http://schemas.microsoft.com/office/drawing/2014/main" id="{FF9EDEF6-7C57-4A80-7666-16B9D964E51D}"/>
              </a:ext>
            </a:extLst>
          </p:cNvPr>
          <p:cNvCxnSpPr>
            <a:cxnSpLocks/>
            <a:stCxn id="149" idx="3"/>
            <a:endCxn id="382" idx="6"/>
          </p:cNvCxnSpPr>
          <p:nvPr/>
        </p:nvCxnSpPr>
        <p:spPr>
          <a:xfrm flipH="1">
            <a:off x="11860505" y="786661"/>
            <a:ext cx="35081" cy="615185"/>
          </a:xfrm>
          <a:prstGeom prst="bentConnector3">
            <a:avLst>
              <a:gd name="adj1" fmla="val -286232"/>
            </a:avLst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: Elbow 243">
            <a:extLst>
              <a:ext uri="{FF2B5EF4-FFF2-40B4-BE49-F238E27FC236}">
                <a16:creationId xmlns:a16="http://schemas.microsoft.com/office/drawing/2014/main" id="{A7538B7C-1040-5BF7-181A-1FB261E2423A}"/>
              </a:ext>
            </a:extLst>
          </p:cNvPr>
          <p:cNvCxnSpPr>
            <a:cxnSpLocks/>
            <a:stCxn id="341" idx="4"/>
            <a:endCxn id="330" idx="6"/>
          </p:cNvCxnSpPr>
          <p:nvPr/>
        </p:nvCxnSpPr>
        <p:spPr>
          <a:xfrm rot="5400000">
            <a:off x="9105616" y="1746048"/>
            <a:ext cx="251412" cy="344929"/>
          </a:xfrm>
          <a:prstGeom prst="bentConnector2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: Elbow 269">
            <a:extLst>
              <a:ext uri="{FF2B5EF4-FFF2-40B4-BE49-F238E27FC236}">
                <a16:creationId xmlns:a16="http://schemas.microsoft.com/office/drawing/2014/main" id="{BF4B650B-01ED-B3E5-C036-EE65895A8579}"/>
              </a:ext>
            </a:extLst>
          </p:cNvPr>
          <p:cNvCxnSpPr>
            <a:cxnSpLocks/>
            <a:stCxn id="275" idx="0"/>
            <a:endCxn id="319" idx="6"/>
          </p:cNvCxnSpPr>
          <p:nvPr/>
        </p:nvCxnSpPr>
        <p:spPr>
          <a:xfrm rot="16200000" flipV="1">
            <a:off x="9109321" y="2132402"/>
            <a:ext cx="236925" cy="331829"/>
          </a:xfrm>
          <a:prstGeom prst="bentConnector2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A1D70130-503E-8CFE-335B-6A641AE20163}"/>
              </a:ext>
            </a:extLst>
          </p:cNvPr>
          <p:cNvGrpSpPr/>
          <p:nvPr/>
        </p:nvGrpSpPr>
        <p:grpSpPr>
          <a:xfrm>
            <a:off x="8720628" y="2351124"/>
            <a:ext cx="1062474" cy="453900"/>
            <a:chOff x="8720628" y="2351124"/>
            <a:chExt cx="1062474" cy="453900"/>
          </a:xfrm>
        </p:grpSpPr>
        <p:sp>
          <p:nvSpPr>
            <p:cNvPr id="281" name="Pentagon 280">
              <a:extLst>
                <a:ext uri="{FF2B5EF4-FFF2-40B4-BE49-F238E27FC236}">
                  <a16:creationId xmlns:a16="http://schemas.microsoft.com/office/drawing/2014/main" id="{40569A9A-1F96-9A0A-D88C-8F04FF77072D}"/>
                </a:ext>
              </a:extLst>
            </p:cNvPr>
            <p:cNvSpPr/>
            <p:nvPr/>
          </p:nvSpPr>
          <p:spPr>
            <a:xfrm>
              <a:off x="8720628" y="2351124"/>
              <a:ext cx="1062474" cy="453900"/>
            </a:xfrm>
            <a:prstGeom prst="pentagon">
              <a:avLst/>
            </a:prstGeom>
            <a:solidFill>
              <a:srgbClr val="2F55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Contextual</a:t>
              </a:r>
              <a:r>
                <a:rPr kumimoji="0" lang="en-US" sz="800" b="1" i="0" u="sng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800" b="1" i="0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Factors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69768FE0-1149-A754-F6E5-A4815A81FFAE}"/>
                </a:ext>
              </a:extLst>
            </p:cNvPr>
            <p:cNvSpPr/>
            <p:nvPr/>
          </p:nvSpPr>
          <p:spPr>
            <a:xfrm>
              <a:off x="8754683" y="2521161"/>
              <a:ext cx="93615" cy="6927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2389ADF0-77E4-96D9-4244-683E6FA356D7}"/>
                </a:ext>
              </a:extLst>
            </p:cNvPr>
            <p:cNvSpPr/>
            <p:nvPr/>
          </p:nvSpPr>
          <p:spPr>
            <a:xfrm>
              <a:off x="9350078" y="2416779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810B0F7E-8BE5-59C7-7CC7-EBA34A695389}"/>
                </a:ext>
              </a:extLst>
            </p:cNvPr>
            <p:cNvSpPr/>
            <p:nvPr/>
          </p:nvSpPr>
          <p:spPr>
            <a:xfrm>
              <a:off x="9586186" y="2607823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511D0DEF-3B13-6B72-CCBD-03C5709125D8}"/>
                </a:ext>
              </a:extLst>
            </p:cNvPr>
            <p:cNvSpPr/>
            <p:nvPr/>
          </p:nvSpPr>
          <p:spPr>
            <a:xfrm>
              <a:off x="9566868" y="2472593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A1D44BAE-BB4C-BC85-6EAC-88AD519FAE15}"/>
              </a:ext>
            </a:extLst>
          </p:cNvPr>
          <p:cNvGrpSpPr/>
          <p:nvPr/>
        </p:nvGrpSpPr>
        <p:grpSpPr>
          <a:xfrm>
            <a:off x="8617724" y="1296830"/>
            <a:ext cx="1285312" cy="502884"/>
            <a:chOff x="8617724" y="1296830"/>
            <a:chExt cx="1285312" cy="502884"/>
          </a:xfrm>
        </p:grpSpPr>
        <p:sp>
          <p:nvSpPr>
            <p:cNvPr id="285" name="Pentagon 284">
              <a:extLst>
                <a:ext uri="{FF2B5EF4-FFF2-40B4-BE49-F238E27FC236}">
                  <a16:creationId xmlns:a16="http://schemas.microsoft.com/office/drawing/2014/main" id="{5AF8EC88-3936-65D0-5090-8D389AF5D46F}"/>
                </a:ext>
              </a:extLst>
            </p:cNvPr>
            <p:cNvSpPr/>
            <p:nvPr/>
          </p:nvSpPr>
          <p:spPr>
            <a:xfrm>
              <a:off x="8617724" y="1296830"/>
              <a:ext cx="1285312" cy="502884"/>
            </a:xfrm>
            <a:prstGeom prst="pentagon">
              <a:avLst/>
            </a:prstGeom>
            <a:solidFill>
              <a:srgbClr val="2F55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sng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Environmental Factors</a:t>
              </a:r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D3AB028A-2542-2B0A-E77B-0B2719E8C786}"/>
                </a:ext>
              </a:extLst>
            </p:cNvPr>
            <p:cNvSpPr/>
            <p:nvPr/>
          </p:nvSpPr>
          <p:spPr>
            <a:xfrm>
              <a:off x="9360167" y="1730404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C1FAA557-4900-6DB1-4FCE-57F139B56C78}"/>
              </a:ext>
            </a:extLst>
          </p:cNvPr>
          <p:cNvGrpSpPr/>
          <p:nvPr/>
        </p:nvGrpSpPr>
        <p:grpSpPr>
          <a:xfrm>
            <a:off x="10583776" y="1271285"/>
            <a:ext cx="1285312" cy="430961"/>
            <a:chOff x="10583776" y="1271285"/>
            <a:chExt cx="1285312" cy="430961"/>
          </a:xfrm>
        </p:grpSpPr>
        <p:sp>
          <p:nvSpPr>
            <p:cNvPr id="261" name="Rectangle: Rounded Corners 260">
              <a:extLst>
                <a:ext uri="{FF2B5EF4-FFF2-40B4-BE49-F238E27FC236}">
                  <a16:creationId xmlns:a16="http://schemas.microsoft.com/office/drawing/2014/main" id="{CD8D9F6C-671D-CEDA-D64D-12B8657757AD}"/>
                </a:ext>
              </a:extLst>
            </p:cNvPr>
            <p:cNvSpPr/>
            <p:nvPr/>
          </p:nvSpPr>
          <p:spPr>
            <a:xfrm>
              <a:off x="10583776" y="1271285"/>
              <a:ext cx="1285312" cy="430961"/>
            </a:xfrm>
            <a:prstGeom prst="roundRect">
              <a:avLst/>
            </a:prstGeom>
            <a:solidFill>
              <a:srgbClr val="2F55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sng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Environment</a:t>
              </a:r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A2524B84-7CE6-30AE-88ED-BF78B25ECE1E}"/>
                </a:ext>
              </a:extLst>
            </p:cNvPr>
            <p:cNvSpPr/>
            <p:nvPr/>
          </p:nvSpPr>
          <p:spPr>
            <a:xfrm>
              <a:off x="11781851" y="1520899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35D676DB-EBAA-8582-77DB-D5C1073D9E70}"/>
                </a:ext>
              </a:extLst>
            </p:cNvPr>
            <p:cNvSpPr/>
            <p:nvPr/>
          </p:nvSpPr>
          <p:spPr>
            <a:xfrm>
              <a:off x="11773268" y="1370645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896011A3-A57B-F54C-F2D4-BBC05D0BD9EB}"/>
              </a:ext>
            </a:extLst>
          </p:cNvPr>
          <p:cNvGrpSpPr/>
          <p:nvPr/>
        </p:nvGrpSpPr>
        <p:grpSpPr>
          <a:xfrm>
            <a:off x="10576868" y="42199"/>
            <a:ext cx="1298514" cy="430961"/>
            <a:chOff x="10583776" y="-121238"/>
            <a:chExt cx="1298514" cy="430961"/>
          </a:xfrm>
        </p:grpSpPr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3AC5AD18-AA8C-B5B5-6662-86C072E35D9E}"/>
                </a:ext>
              </a:extLst>
            </p:cNvPr>
            <p:cNvSpPr/>
            <p:nvPr/>
          </p:nvSpPr>
          <p:spPr>
            <a:xfrm>
              <a:off x="10596978" y="-121238"/>
              <a:ext cx="1285312" cy="430961"/>
            </a:xfrm>
            <a:prstGeom prst="roundRect">
              <a:avLst/>
            </a:prstGeom>
            <a:solidFill>
              <a:srgbClr val="2F55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sng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Social Environment</a:t>
              </a: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EEDBBAA8-831B-0FC2-111F-E79CFC94CC85}"/>
                </a:ext>
              </a:extLst>
            </p:cNvPr>
            <p:cNvSpPr/>
            <p:nvPr/>
          </p:nvSpPr>
          <p:spPr>
            <a:xfrm>
              <a:off x="10583776" y="134011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05DD8CCB-9DC1-EB56-86E2-A0A1D240E948}"/>
                </a:ext>
              </a:extLst>
            </p:cNvPr>
            <p:cNvSpPr/>
            <p:nvPr/>
          </p:nvSpPr>
          <p:spPr>
            <a:xfrm>
              <a:off x="10586789" y="-31201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CC218609-3DA2-6536-6EFD-EA02595A9462}"/>
              </a:ext>
            </a:extLst>
          </p:cNvPr>
          <p:cNvGrpSpPr/>
          <p:nvPr/>
        </p:nvGrpSpPr>
        <p:grpSpPr>
          <a:xfrm>
            <a:off x="8005347" y="638564"/>
            <a:ext cx="1157572" cy="464336"/>
            <a:chOff x="8005347" y="638564"/>
            <a:chExt cx="1157572" cy="381267"/>
          </a:xfrm>
        </p:grpSpPr>
        <p:sp>
          <p:nvSpPr>
            <p:cNvPr id="287" name="Pentagon 286">
              <a:extLst>
                <a:ext uri="{FF2B5EF4-FFF2-40B4-BE49-F238E27FC236}">
                  <a16:creationId xmlns:a16="http://schemas.microsoft.com/office/drawing/2014/main" id="{C613A0B2-F426-8FF1-5B75-EB3FC7ECDAA2}"/>
                </a:ext>
              </a:extLst>
            </p:cNvPr>
            <p:cNvSpPr/>
            <p:nvPr/>
          </p:nvSpPr>
          <p:spPr>
            <a:xfrm>
              <a:off x="8005347" y="638564"/>
              <a:ext cx="1157572" cy="381267"/>
            </a:xfrm>
            <a:prstGeom prst="pentagon">
              <a:avLst/>
            </a:prstGeom>
            <a:solidFill>
              <a:srgbClr val="7698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Social Environments factors</a:t>
              </a:r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695E1234-F0C8-3EF3-7BE0-BB7D5DEAFCA2}"/>
                </a:ext>
              </a:extLst>
            </p:cNvPr>
            <p:cNvSpPr/>
            <p:nvPr/>
          </p:nvSpPr>
          <p:spPr>
            <a:xfrm>
              <a:off x="8764311" y="696060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46D4BAC4-7FAA-B973-DFF4-1275E2B2F39C}"/>
              </a:ext>
            </a:extLst>
          </p:cNvPr>
          <p:cNvGrpSpPr/>
          <p:nvPr/>
        </p:nvGrpSpPr>
        <p:grpSpPr>
          <a:xfrm>
            <a:off x="9306868" y="573130"/>
            <a:ext cx="1153299" cy="529771"/>
            <a:chOff x="9306868" y="573130"/>
            <a:chExt cx="1153299" cy="529771"/>
          </a:xfrm>
        </p:grpSpPr>
        <p:sp>
          <p:nvSpPr>
            <p:cNvPr id="286" name="Pentagon 285">
              <a:extLst>
                <a:ext uri="{FF2B5EF4-FFF2-40B4-BE49-F238E27FC236}">
                  <a16:creationId xmlns:a16="http://schemas.microsoft.com/office/drawing/2014/main" id="{E303A788-0873-1C1D-333F-F03F0FB4467C}"/>
                </a:ext>
              </a:extLst>
            </p:cNvPr>
            <p:cNvSpPr/>
            <p:nvPr/>
          </p:nvSpPr>
          <p:spPr>
            <a:xfrm>
              <a:off x="9306868" y="573130"/>
              <a:ext cx="1153299" cy="529771"/>
            </a:xfrm>
            <a:prstGeom prst="pentagon">
              <a:avLst/>
            </a:prstGeom>
            <a:solidFill>
              <a:srgbClr val="7698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Physical Environments factors</a:t>
              </a:r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DF4F47DA-68F9-502B-72B2-6DED05E191E5}"/>
                </a:ext>
              </a:extLst>
            </p:cNvPr>
            <p:cNvSpPr/>
            <p:nvPr/>
          </p:nvSpPr>
          <p:spPr>
            <a:xfrm>
              <a:off x="10105640" y="655518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022C294C-4CB7-85AD-04F5-36B6BC3DC78F}"/>
              </a:ext>
            </a:extLst>
          </p:cNvPr>
          <p:cNvGrpSpPr/>
          <p:nvPr/>
        </p:nvGrpSpPr>
        <p:grpSpPr>
          <a:xfrm>
            <a:off x="10597846" y="571180"/>
            <a:ext cx="1297740" cy="430961"/>
            <a:chOff x="10563662" y="374092"/>
            <a:chExt cx="1297740" cy="430961"/>
          </a:xfrm>
        </p:grpSpPr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31A2B295-FE78-9E2F-6BCB-704450AC5D84}"/>
                </a:ext>
              </a:extLst>
            </p:cNvPr>
            <p:cNvSpPr/>
            <p:nvPr/>
          </p:nvSpPr>
          <p:spPr>
            <a:xfrm>
              <a:off x="10576090" y="374092"/>
              <a:ext cx="1285312" cy="430961"/>
            </a:xfrm>
            <a:prstGeom prst="roundRect">
              <a:avLst/>
            </a:prstGeom>
            <a:solidFill>
              <a:srgbClr val="2F55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u="sng">
                  <a:solidFill>
                    <a:prstClr val="white"/>
                  </a:solidFill>
                  <a:latin typeface="Calibri" panose="020F0502020204030204"/>
                </a:rPr>
                <a:t>Physical</a:t>
              </a:r>
              <a:r>
                <a:rPr kumimoji="0" lang="en-US" sz="1000" b="1" i="0" u="sng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Environment</a:t>
              </a:r>
            </a:p>
          </p:txBody>
        </p:sp>
        <p:sp>
          <p:nvSpPr>
            <p:cNvPr id="398" name="Oval 397">
              <a:extLst>
                <a:ext uri="{FF2B5EF4-FFF2-40B4-BE49-F238E27FC236}">
                  <a16:creationId xmlns:a16="http://schemas.microsoft.com/office/drawing/2014/main" id="{9000E71A-F6AB-2EBB-FA49-416821CA1B27}"/>
                </a:ext>
              </a:extLst>
            </p:cNvPr>
            <p:cNvSpPr/>
            <p:nvPr/>
          </p:nvSpPr>
          <p:spPr>
            <a:xfrm>
              <a:off x="10563662" y="426026"/>
              <a:ext cx="87237" cy="6240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502EF08A-8360-516B-54EC-61B1FECA7E27}"/>
              </a:ext>
            </a:extLst>
          </p:cNvPr>
          <p:cNvGrpSpPr/>
          <p:nvPr/>
        </p:nvGrpSpPr>
        <p:grpSpPr>
          <a:xfrm>
            <a:off x="2829357" y="4662893"/>
            <a:ext cx="806699" cy="276999"/>
            <a:chOff x="2829357" y="4662893"/>
            <a:chExt cx="806699" cy="276999"/>
          </a:xfrm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F508C767-435D-1C99-4132-8EDCEAF49E48}"/>
                </a:ext>
              </a:extLst>
            </p:cNvPr>
            <p:cNvGrpSpPr/>
            <p:nvPr/>
          </p:nvGrpSpPr>
          <p:grpSpPr>
            <a:xfrm>
              <a:off x="2829357" y="4662893"/>
              <a:ext cx="806699" cy="276999"/>
              <a:chOff x="2829357" y="4662893"/>
              <a:chExt cx="806699" cy="276999"/>
            </a:xfrm>
          </p:grpSpPr>
          <p:sp>
            <p:nvSpPr>
              <p:cNvPr id="183" name="Rectangle: Rounded Corners 182">
                <a:extLst>
                  <a:ext uri="{FF2B5EF4-FFF2-40B4-BE49-F238E27FC236}">
                    <a16:creationId xmlns:a16="http://schemas.microsoft.com/office/drawing/2014/main" id="{735B9EF1-03C9-1DC4-EB18-C815AFE0F096}"/>
                  </a:ext>
                </a:extLst>
              </p:cNvPr>
              <p:cNvSpPr/>
              <p:nvPr/>
            </p:nvSpPr>
            <p:spPr>
              <a:xfrm>
                <a:off x="2838160" y="4662893"/>
                <a:ext cx="797896" cy="276999"/>
              </a:xfrm>
              <a:prstGeom prst="roundRect">
                <a:avLst>
                  <a:gd name="adj" fmla="val 0"/>
                </a:avLst>
              </a:prstGeom>
              <a:solidFill>
                <a:srgbClr val="385B6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sng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Participation</a:t>
                </a:r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A81196C5-6C4A-DA49-AE9E-4C5807F29DF8}"/>
                  </a:ext>
                </a:extLst>
              </p:cNvPr>
              <p:cNvSpPr/>
              <p:nvPr/>
            </p:nvSpPr>
            <p:spPr>
              <a:xfrm>
                <a:off x="2829357" y="4888081"/>
                <a:ext cx="74040" cy="45719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CFC0F4F1-830B-6DC6-1598-564EE8F8A8B5}"/>
                </a:ext>
              </a:extLst>
            </p:cNvPr>
            <p:cNvSpPr/>
            <p:nvPr/>
          </p:nvSpPr>
          <p:spPr>
            <a:xfrm>
              <a:off x="2837957" y="4884696"/>
              <a:ext cx="45719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FC014FB6-3601-25BE-6687-1FEE370613EE}"/>
              </a:ext>
            </a:extLst>
          </p:cNvPr>
          <p:cNvCxnSpPr>
            <a:cxnSpLocks/>
            <a:stCxn id="281" idx="5"/>
            <a:endCxn id="260" idx="1"/>
          </p:cNvCxnSpPr>
          <p:nvPr/>
        </p:nvCxnSpPr>
        <p:spPr>
          <a:xfrm flipV="1">
            <a:off x="9783101" y="2510436"/>
            <a:ext cx="1349354" cy="14062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Arrow Connector 429">
            <a:extLst>
              <a:ext uri="{FF2B5EF4-FFF2-40B4-BE49-F238E27FC236}">
                <a16:creationId xmlns:a16="http://schemas.microsoft.com/office/drawing/2014/main" id="{A4FD0BD8-6BCF-4B75-1BD4-B2192B00E42D}"/>
              </a:ext>
            </a:extLst>
          </p:cNvPr>
          <p:cNvCxnSpPr>
            <a:cxnSpLocks/>
            <a:stCxn id="285" idx="5"/>
            <a:endCxn id="261" idx="1"/>
          </p:cNvCxnSpPr>
          <p:nvPr/>
        </p:nvCxnSpPr>
        <p:spPr>
          <a:xfrm flipV="1">
            <a:off x="9903035" y="1486766"/>
            <a:ext cx="680741" cy="2148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Arrow Connector 433">
            <a:extLst>
              <a:ext uri="{FF2B5EF4-FFF2-40B4-BE49-F238E27FC236}">
                <a16:creationId xmlns:a16="http://schemas.microsoft.com/office/drawing/2014/main" id="{CF5BD2AC-3D12-F182-E49E-D096387FD2AB}"/>
              </a:ext>
            </a:extLst>
          </p:cNvPr>
          <p:cNvCxnSpPr>
            <a:cxnSpLocks/>
            <a:stCxn id="286" idx="5"/>
            <a:endCxn id="149" idx="1"/>
          </p:cNvCxnSpPr>
          <p:nvPr/>
        </p:nvCxnSpPr>
        <p:spPr>
          <a:xfrm>
            <a:off x="10460166" y="775484"/>
            <a:ext cx="150108" cy="11177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E8ED4225-21DC-384C-A8C8-5F1C4CB462AA}"/>
              </a:ext>
            </a:extLst>
          </p:cNvPr>
          <p:cNvCxnSpPr>
            <a:cxnSpLocks/>
            <a:stCxn id="287" idx="0"/>
            <a:endCxn id="115" idx="1"/>
          </p:cNvCxnSpPr>
          <p:nvPr/>
        </p:nvCxnSpPr>
        <p:spPr>
          <a:xfrm flipV="1">
            <a:off x="8584133" y="257680"/>
            <a:ext cx="2005937" cy="380884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Arrow Connector 443">
            <a:extLst>
              <a:ext uri="{FF2B5EF4-FFF2-40B4-BE49-F238E27FC236}">
                <a16:creationId xmlns:a16="http://schemas.microsoft.com/office/drawing/2014/main" id="{C82A76E3-153E-D136-450C-C1D4516AFE6E}"/>
              </a:ext>
            </a:extLst>
          </p:cNvPr>
          <p:cNvCxnSpPr>
            <a:cxnSpLocks/>
            <a:stCxn id="570" idx="3"/>
            <a:endCxn id="115" idx="1"/>
          </p:cNvCxnSpPr>
          <p:nvPr/>
        </p:nvCxnSpPr>
        <p:spPr>
          <a:xfrm flipV="1">
            <a:off x="8090700" y="257680"/>
            <a:ext cx="2499370" cy="85066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48D7094-CC47-C2B7-FDCE-F238AA925C04}"/>
              </a:ext>
            </a:extLst>
          </p:cNvPr>
          <p:cNvSpPr/>
          <p:nvPr/>
        </p:nvSpPr>
        <p:spPr>
          <a:xfrm>
            <a:off x="9760517" y="5575758"/>
            <a:ext cx="469387" cy="1846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Internal Feedback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309FBF4-1BF6-9F67-6378-AD9F2D0C071A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9509008" y="5539360"/>
            <a:ext cx="251509" cy="128731"/>
          </a:xfrm>
          <a:prstGeom prst="straightConnector1">
            <a:avLst/>
          </a:prstGeom>
          <a:ln w="38100">
            <a:solidFill>
              <a:srgbClr val="C55A1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3104C464-738D-72D0-1A18-4A2E522F76DF}"/>
              </a:ext>
            </a:extLst>
          </p:cNvPr>
          <p:cNvGrpSpPr/>
          <p:nvPr/>
        </p:nvGrpSpPr>
        <p:grpSpPr>
          <a:xfrm>
            <a:off x="5177031" y="578878"/>
            <a:ext cx="4423394" cy="4809534"/>
            <a:chOff x="4447632" y="457103"/>
            <a:chExt cx="4423394" cy="4809534"/>
          </a:xfrm>
        </p:grpSpPr>
        <p:sp>
          <p:nvSpPr>
            <p:cNvPr id="515" name="Rectangle: Rounded Corners 514">
              <a:extLst>
                <a:ext uri="{FF2B5EF4-FFF2-40B4-BE49-F238E27FC236}">
                  <a16:creationId xmlns:a16="http://schemas.microsoft.com/office/drawing/2014/main" id="{9083AAB6-DF3D-F633-E652-B595DBC02933}"/>
                </a:ext>
              </a:extLst>
            </p:cNvPr>
            <p:cNvSpPr/>
            <p:nvPr/>
          </p:nvSpPr>
          <p:spPr>
            <a:xfrm>
              <a:off x="4447632" y="457103"/>
              <a:ext cx="536735" cy="178683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sng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Body Functions</a:t>
              </a:r>
            </a:p>
          </p:txBody>
        </p:sp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CB431D3B-8686-F47F-74E6-93B3DB365EEF}"/>
                </a:ext>
              </a:extLst>
            </p:cNvPr>
            <p:cNvSpPr/>
            <p:nvPr/>
          </p:nvSpPr>
          <p:spPr>
            <a:xfrm>
              <a:off x="8825307" y="5220918"/>
              <a:ext cx="45719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26" name="Straight Arrow Connector 525">
            <a:extLst>
              <a:ext uri="{FF2B5EF4-FFF2-40B4-BE49-F238E27FC236}">
                <a16:creationId xmlns:a16="http://schemas.microsoft.com/office/drawing/2014/main" id="{7CAE4670-A47E-0DED-4E73-F06B9E1B05B7}"/>
              </a:ext>
            </a:extLst>
          </p:cNvPr>
          <p:cNvCxnSpPr>
            <a:cxnSpLocks/>
            <a:stCxn id="515" idx="2"/>
            <a:endCxn id="227" idx="0"/>
          </p:cNvCxnSpPr>
          <p:nvPr/>
        </p:nvCxnSpPr>
        <p:spPr>
          <a:xfrm>
            <a:off x="5445399" y="757561"/>
            <a:ext cx="1" cy="471363"/>
          </a:xfrm>
          <a:prstGeom prst="straightConnector1">
            <a:avLst/>
          </a:prstGeom>
          <a:ln w="38100">
            <a:solidFill>
              <a:srgbClr val="C55A1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Rectangle 189">
            <a:extLst>
              <a:ext uri="{FF2B5EF4-FFF2-40B4-BE49-F238E27FC236}">
                <a16:creationId xmlns:a16="http://schemas.microsoft.com/office/drawing/2014/main" id="{FC905679-7D1F-C7B2-4BFE-13AD0A4560C7}"/>
              </a:ext>
            </a:extLst>
          </p:cNvPr>
          <p:cNvSpPr/>
          <p:nvPr/>
        </p:nvSpPr>
        <p:spPr>
          <a:xfrm>
            <a:off x="7737564" y="566810"/>
            <a:ext cx="87857" cy="380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1C1F62-5542-3461-8942-2137B92D6CCD}"/>
              </a:ext>
            </a:extLst>
          </p:cNvPr>
          <p:cNvGrpSpPr/>
          <p:nvPr/>
        </p:nvGrpSpPr>
        <p:grpSpPr>
          <a:xfrm>
            <a:off x="1508099" y="78827"/>
            <a:ext cx="1332991" cy="1314392"/>
            <a:chOff x="-666496" y="1727044"/>
            <a:chExt cx="1332991" cy="1314392"/>
          </a:xfrm>
        </p:grpSpPr>
        <p:grpSp>
          <p:nvGrpSpPr>
            <p:cNvPr id="587" name="Group 586">
              <a:extLst>
                <a:ext uri="{FF2B5EF4-FFF2-40B4-BE49-F238E27FC236}">
                  <a16:creationId xmlns:a16="http://schemas.microsoft.com/office/drawing/2014/main" id="{DD0500ED-40E9-309D-FA5A-8991B780F8A1}"/>
                </a:ext>
              </a:extLst>
            </p:cNvPr>
            <p:cNvGrpSpPr/>
            <p:nvPr/>
          </p:nvGrpSpPr>
          <p:grpSpPr>
            <a:xfrm>
              <a:off x="-666496" y="1727044"/>
              <a:ext cx="1332991" cy="1314392"/>
              <a:chOff x="1351156" y="92111"/>
              <a:chExt cx="1332991" cy="1304927"/>
            </a:xfrm>
          </p:grpSpPr>
          <p:sp>
            <p:nvSpPr>
              <p:cNvPr id="593" name="Rectangle 592">
                <a:extLst>
                  <a:ext uri="{FF2B5EF4-FFF2-40B4-BE49-F238E27FC236}">
                    <a16:creationId xmlns:a16="http://schemas.microsoft.com/office/drawing/2014/main" id="{A0A6A6A5-674A-986D-738D-464AD71CE7BE}"/>
                  </a:ext>
                </a:extLst>
              </p:cNvPr>
              <p:cNvSpPr/>
              <p:nvPr/>
            </p:nvSpPr>
            <p:spPr>
              <a:xfrm>
                <a:off x="1351156" y="92111"/>
                <a:ext cx="1332991" cy="129878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4" name="Rectangle 593">
                <a:extLst>
                  <a:ext uri="{FF2B5EF4-FFF2-40B4-BE49-F238E27FC236}">
                    <a16:creationId xmlns:a16="http://schemas.microsoft.com/office/drawing/2014/main" id="{6AB1FEFE-485C-F3FE-CA24-8BE9BA15F5E2}"/>
                  </a:ext>
                </a:extLst>
              </p:cNvPr>
              <p:cNvSpPr/>
              <p:nvPr/>
            </p:nvSpPr>
            <p:spPr>
              <a:xfrm>
                <a:off x="1374765" y="116186"/>
                <a:ext cx="1269521" cy="123620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5" name="Rectangle 594">
                <a:extLst>
                  <a:ext uri="{FF2B5EF4-FFF2-40B4-BE49-F238E27FC236}">
                    <a16:creationId xmlns:a16="http://schemas.microsoft.com/office/drawing/2014/main" id="{BE6F9664-6EE7-ED75-AE0C-1716EF3B6818}"/>
                  </a:ext>
                </a:extLst>
              </p:cNvPr>
              <p:cNvSpPr/>
              <p:nvPr/>
            </p:nvSpPr>
            <p:spPr>
              <a:xfrm>
                <a:off x="1417083" y="156650"/>
                <a:ext cx="1176394" cy="10674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1" name="TextBox 610">
                <a:extLst>
                  <a:ext uri="{FF2B5EF4-FFF2-40B4-BE49-F238E27FC236}">
                    <a16:creationId xmlns:a16="http://schemas.microsoft.com/office/drawing/2014/main" id="{855B8E51-C745-9EB3-7564-E64A13838658}"/>
                  </a:ext>
                </a:extLst>
              </p:cNvPr>
              <p:cNvSpPr txBox="1"/>
              <p:nvPr/>
            </p:nvSpPr>
            <p:spPr>
              <a:xfrm>
                <a:off x="1376137" y="1196983"/>
                <a:ext cx="1245343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chemeClr val="bg1"/>
                    </a:solidFill>
                  </a:rPr>
                  <a:t>Class Shape Legend </a:t>
                </a:r>
              </a:p>
            </p:txBody>
          </p:sp>
          <p:sp>
            <p:nvSpPr>
              <p:cNvPr id="612" name="Flowchart: Data 611">
                <a:extLst>
                  <a:ext uri="{FF2B5EF4-FFF2-40B4-BE49-F238E27FC236}">
                    <a16:creationId xmlns:a16="http://schemas.microsoft.com/office/drawing/2014/main" id="{058FAFDF-7B6F-B334-1808-45878EB4B50B}"/>
                  </a:ext>
                </a:extLst>
              </p:cNvPr>
              <p:cNvSpPr/>
              <p:nvPr/>
            </p:nvSpPr>
            <p:spPr>
              <a:xfrm>
                <a:off x="1484469" y="256072"/>
                <a:ext cx="1073813" cy="286659"/>
              </a:xfrm>
              <a:prstGeom prst="flowChartInputOutpu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sng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Top Level Class</a:t>
                </a:r>
                <a:endParaRPr kumimoji="0" lang="en-US" sz="200" b="1" i="0" u="sng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194EACFE-7A33-9028-B5F3-B88516243126}"/>
                  </a:ext>
                </a:extLst>
              </p:cNvPr>
              <p:cNvSpPr txBox="1"/>
              <p:nvPr/>
            </p:nvSpPr>
            <p:spPr>
              <a:xfrm>
                <a:off x="1359219" y="120561"/>
                <a:ext cx="1160766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700"/>
              </a:p>
            </p:txBody>
          </p:sp>
          <p:sp>
            <p:nvSpPr>
              <p:cNvPr id="617" name="Pentagon 616">
                <a:extLst>
                  <a:ext uri="{FF2B5EF4-FFF2-40B4-BE49-F238E27FC236}">
                    <a16:creationId xmlns:a16="http://schemas.microsoft.com/office/drawing/2014/main" id="{2C1E0AF9-4792-3CFC-2A9F-5DEEBD36C2B5}"/>
                  </a:ext>
                </a:extLst>
              </p:cNvPr>
              <p:cNvSpPr/>
              <p:nvPr/>
            </p:nvSpPr>
            <p:spPr>
              <a:xfrm>
                <a:off x="1621652" y="796328"/>
                <a:ext cx="657989" cy="362585"/>
              </a:xfrm>
              <a:prstGeom prst="pentagon">
                <a:avLst/>
              </a:prstGeom>
              <a:solidFill>
                <a:srgbClr val="51838D"/>
              </a:soli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400" b="1">
                    <a:solidFill>
                      <a:schemeClr val="bg1"/>
                    </a:solidFill>
                    <a:latin typeface="Calibri" panose="020F0502020204030204"/>
                  </a:rPr>
                  <a:t>Attribute and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400" b="1">
                    <a:solidFill>
                      <a:schemeClr val="bg1"/>
                    </a:solidFill>
                    <a:latin typeface="Calibri" panose="020F0502020204030204"/>
                  </a:rPr>
                  <a:t>Property Classes</a:t>
                </a:r>
                <a:endParaRPr kumimoji="0" lang="en-US" sz="400" b="1" i="0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DE7D044F-C1AA-D4C0-202A-A9BD1479E354}"/>
                </a:ext>
              </a:extLst>
            </p:cNvPr>
            <p:cNvGrpSpPr/>
            <p:nvPr/>
          </p:nvGrpSpPr>
          <p:grpSpPr>
            <a:xfrm>
              <a:off x="-240925" y="2238669"/>
              <a:ext cx="450402" cy="148783"/>
              <a:chOff x="5022882" y="3709838"/>
              <a:chExt cx="450402" cy="148783"/>
            </a:xfrm>
          </p:grpSpPr>
          <p:sp>
            <p:nvSpPr>
              <p:cNvPr id="639" name="Rectangle: Rounded Corners 638">
                <a:extLst>
                  <a:ext uri="{FF2B5EF4-FFF2-40B4-BE49-F238E27FC236}">
                    <a16:creationId xmlns:a16="http://schemas.microsoft.com/office/drawing/2014/main" id="{B2372C95-B473-2821-66F0-CB60C98D5054}"/>
                  </a:ext>
                </a:extLst>
              </p:cNvPr>
              <p:cNvSpPr/>
              <p:nvPr/>
            </p:nvSpPr>
            <p:spPr>
              <a:xfrm>
                <a:off x="5022882" y="3709838"/>
                <a:ext cx="444928" cy="148783"/>
              </a:xfrm>
              <a:prstGeom prst="roundRect">
                <a:avLst/>
              </a:prstGeom>
              <a:solidFill>
                <a:srgbClr val="385B6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00" b="1" u="sng" dirty="0">
                    <a:solidFill>
                      <a:schemeClr val="bg1"/>
                    </a:solidFill>
                    <a:latin typeface="Calibri" panose="020F0502020204030204"/>
                  </a:rPr>
                  <a:t>Class</a:t>
                </a:r>
                <a:endParaRPr kumimoji="0" lang="en-US" sz="800" b="1" i="0" u="sng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226DA62A-B003-4DF4-9E95-5FB4F88AA49E}"/>
                  </a:ext>
                </a:extLst>
              </p:cNvPr>
              <p:cNvSpPr/>
              <p:nvPr/>
            </p:nvSpPr>
            <p:spPr>
              <a:xfrm>
                <a:off x="5399244" y="3800402"/>
                <a:ext cx="74040" cy="45719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B3582060-3C29-C95C-949F-8301012BC948}"/>
              </a:ext>
            </a:extLst>
          </p:cNvPr>
          <p:cNvCxnSpPr>
            <a:cxnSpLocks/>
            <a:stCxn id="505" idx="5"/>
            <a:endCxn id="263" idx="2"/>
          </p:cNvCxnSpPr>
          <p:nvPr/>
        </p:nvCxnSpPr>
        <p:spPr>
          <a:xfrm>
            <a:off x="4833877" y="3879379"/>
            <a:ext cx="2359257" cy="121"/>
          </a:xfrm>
          <a:prstGeom prst="straightConnector1">
            <a:avLst/>
          </a:prstGeom>
          <a:ln w="28575" cmpd="thickThin">
            <a:solidFill>
              <a:srgbClr val="518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Oval 242">
            <a:extLst>
              <a:ext uri="{FF2B5EF4-FFF2-40B4-BE49-F238E27FC236}">
                <a16:creationId xmlns:a16="http://schemas.microsoft.com/office/drawing/2014/main" id="{47AAD2B7-251A-D49F-BCA1-84EDD74C033A}"/>
              </a:ext>
            </a:extLst>
          </p:cNvPr>
          <p:cNvSpPr/>
          <p:nvPr/>
        </p:nvSpPr>
        <p:spPr>
          <a:xfrm>
            <a:off x="3933385" y="4470404"/>
            <a:ext cx="60833" cy="768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5F44627B-B2CC-AD4E-2A19-4254C8717E74}"/>
              </a:ext>
            </a:extLst>
          </p:cNvPr>
          <p:cNvSpPr/>
          <p:nvPr/>
        </p:nvSpPr>
        <p:spPr>
          <a:xfrm>
            <a:off x="3929622" y="4706224"/>
            <a:ext cx="60833" cy="768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32DF4125-8FCE-96AF-8E6D-34D4165D137F}"/>
              </a:ext>
            </a:extLst>
          </p:cNvPr>
          <p:cNvSpPr/>
          <p:nvPr/>
        </p:nvSpPr>
        <p:spPr>
          <a:xfrm>
            <a:off x="4668893" y="4464669"/>
            <a:ext cx="60833" cy="768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FF99A5FC-FE83-8611-4EE6-3CA57EF58952}"/>
              </a:ext>
            </a:extLst>
          </p:cNvPr>
          <p:cNvSpPr/>
          <p:nvPr/>
        </p:nvSpPr>
        <p:spPr>
          <a:xfrm>
            <a:off x="4667773" y="4629041"/>
            <a:ext cx="60833" cy="768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1" name="Group 760">
            <a:extLst>
              <a:ext uri="{FF2B5EF4-FFF2-40B4-BE49-F238E27FC236}">
                <a16:creationId xmlns:a16="http://schemas.microsoft.com/office/drawing/2014/main" id="{CF3688B9-4287-3B30-8D52-8C1B3D6E617E}"/>
              </a:ext>
            </a:extLst>
          </p:cNvPr>
          <p:cNvGrpSpPr/>
          <p:nvPr/>
        </p:nvGrpSpPr>
        <p:grpSpPr>
          <a:xfrm>
            <a:off x="3929266" y="4454978"/>
            <a:ext cx="803891" cy="331831"/>
            <a:chOff x="3929266" y="4454978"/>
            <a:chExt cx="803891" cy="331831"/>
          </a:xfrm>
        </p:grpSpPr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3CC6E9C9-9E85-720C-97BA-1215A4303ED8}"/>
                </a:ext>
              </a:extLst>
            </p:cNvPr>
            <p:cNvGrpSpPr/>
            <p:nvPr/>
          </p:nvGrpSpPr>
          <p:grpSpPr>
            <a:xfrm>
              <a:off x="3933385" y="4454978"/>
              <a:ext cx="799772" cy="331831"/>
              <a:chOff x="3918413" y="4361513"/>
              <a:chExt cx="799772" cy="331831"/>
            </a:xfrm>
          </p:grpSpPr>
          <p:grpSp>
            <p:nvGrpSpPr>
              <p:cNvPr id="597" name="Group 596">
                <a:extLst>
                  <a:ext uri="{FF2B5EF4-FFF2-40B4-BE49-F238E27FC236}">
                    <a16:creationId xmlns:a16="http://schemas.microsoft.com/office/drawing/2014/main" id="{A1BE3DC9-904D-AB6B-62D8-129B6E755F75}"/>
                  </a:ext>
                </a:extLst>
              </p:cNvPr>
              <p:cNvGrpSpPr/>
              <p:nvPr/>
            </p:nvGrpSpPr>
            <p:grpSpPr>
              <a:xfrm>
                <a:off x="3918413" y="4361513"/>
                <a:ext cx="799772" cy="331831"/>
                <a:chOff x="3918413" y="4361513"/>
                <a:chExt cx="799772" cy="331831"/>
              </a:xfrm>
            </p:grpSpPr>
            <p:grpSp>
              <p:nvGrpSpPr>
                <p:cNvPr id="599" name="Group 598">
                  <a:extLst>
                    <a:ext uri="{FF2B5EF4-FFF2-40B4-BE49-F238E27FC236}">
                      <a16:creationId xmlns:a16="http://schemas.microsoft.com/office/drawing/2014/main" id="{1673AC14-AE47-5A00-3DC0-7BF78C864836}"/>
                    </a:ext>
                  </a:extLst>
                </p:cNvPr>
                <p:cNvGrpSpPr/>
                <p:nvPr/>
              </p:nvGrpSpPr>
              <p:grpSpPr>
                <a:xfrm>
                  <a:off x="3918413" y="4361513"/>
                  <a:ext cx="799772" cy="331831"/>
                  <a:chOff x="3110820" y="5070535"/>
                  <a:chExt cx="799772" cy="331831"/>
                </a:xfrm>
              </p:grpSpPr>
              <p:grpSp>
                <p:nvGrpSpPr>
                  <p:cNvPr id="603" name="Group 602">
                    <a:extLst>
                      <a:ext uri="{FF2B5EF4-FFF2-40B4-BE49-F238E27FC236}">
                        <a16:creationId xmlns:a16="http://schemas.microsoft.com/office/drawing/2014/main" id="{BE093701-1066-BB6D-D4D8-2FFCFAE266B6}"/>
                      </a:ext>
                    </a:extLst>
                  </p:cNvPr>
                  <p:cNvGrpSpPr/>
                  <p:nvPr/>
                </p:nvGrpSpPr>
                <p:grpSpPr>
                  <a:xfrm>
                    <a:off x="3112050" y="5070535"/>
                    <a:ext cx="798542" cy="331831"/>
                    <a:chOff x="3112050" y="5067456"/>
                    <a:chExt cx="798542" cy="331831"/>
                  </a:xfrm>
                </p:grpSpPr>
                <p:sp>
                  <p:nvSpPr>
                    <p:cNvPr id="607" name="Rectangle: Rounded Corners 606">
                      <a:extLst>
                        <a:ext uri="{FF2B5EF4-FFF2-40B4-BE49-F238E27FC236}">
                          <a16:creationId xmlns:a16="http://schemas.microsoft.com/office/drawing/2014/main" id="{E664082A-D9E2-A52A-8587-BC4F529D89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12050" y="5067456"/>
                      <a:ext cx="798542" cy="331831"/>
                    </a:xfrm>
                    <a:prstGeom prst="roundRect">
                      <a:avLst/>
                    </a:prstGeom>
                    <a:solidFill>
                      <a:srgbClr val="385B62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Observed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Behavior</a:t>
                      </a:r>
                    </a:p>
                  </p:txBody>
                </p:sp>
                <p:sp>
                  <p:nvSpPr>
                    <p:cNvPr id="608" name="Oval 607">
                      <a:extLst>
                        <a:ext uri="{FF2B5EF4-FFF2-40B4-BE49-F238E27FC236}">
                          <a16:creationId xmlns:a16="http://schemas.microsoft.com/office/drawing/2014/main" id="{32D6E79D-572F-5423-5845-1209F1D554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36222" y="5240099"/>
                      <a:ext cx="74040" cy="45719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09" name="Oval 608">
                      <a:extLst>
                        <a:ext uri="{FF2B5EF4-FFF2-40B4-BE49-F238E27FC236}">
                          <a16:creationId xmlns:a16="http://schemas.microsoft.com/office/drawing/2014/main" id="{3EE097E7-60A7-E881-635A-FADB6D7844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32508" y="5313121"/>
                      <a:ext cx="74040" cy="45719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604" name="Oval 603">
                    <a:extLst>
                      <a:ext uri="{FF2B5EF4-FFF2-40B4-BE49-F238E27FC236}">
                        <a16:creationId xmlns:a16="http://schemas.microsoft.com/office/drawing/2014/main" id="{52FB8CD2-8F2D-2B7B-2AE2-E23E4D0F6024}"/>
                      </a:ext>
                    </a:extLst>
                  </p:cNvPr>
                  <p:cNvSpPr/>
                  <p:nvPr/>
                </p:nvSpPr>
                <p:spPr>
                  <a:xfrm>
                    <a:off x="3836137" y="5096824"/>
                    <a:ext cx="74040" cy="45719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5" name="Oval 604">
                    <a:extLst>
                      <a:ext uri="{FF2B5EF4-FFF2-40B4-BE49-F238E27FC236}">
                        <a16:creationId xmlns:a16="http://schemas.microsoft.com/office/drawing/2014/main" id="{1212EC56-75D8-AAEA-84E2-B9240FDA1E14}"/>
                      </a:ext>
                    </a:extLst>
                  </p:cNvPr>
                  <p:cNvSpPr/>
                  <p:nvPr/>
                </p:nvSpPr>
                <p:spPr>
                  <a:xfrm>
                    <a:off x="3110820" y="5256895"/>
                    <a:ext cx="74040" cy="45719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00" name="Oval 599">
                  <a:extLst>
                    <a:ext uri="{FF2B5EF4-FFF2-40B4-BE49-F238E27FC236}">
                      <a16:creationId xmlns:a16="http://schemas.microsoft.com/office/drawing/2014/main" id="{83117696-028A-7253-92B5-7B1E531444FC}"/>
                    </a:ext>
                  </a:extLst>
                </p:cNvPr>
                <p:cNvSpPr/>
                <p:nvPr/>
              </p:nvSpPr>
              <p:spPr>
                <a:xfrm>
                  <a:off x="3920034" y="4468341"/>
                  <a:ext cx="74040" cy="45719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1" name="Oval 600">
                  <a:extLst>
                    <a:ext uri="{FF2B5EF4-FFF2-40B4-BE49-F238E27FC236}">
                      <a16:creationId xmlns:a16="http://schemas.microsoft.com/office/drawing/2014/main" id="{02208681-AD5E-633F-D8C8-A31F64D359FA}"/>
                    </a:ext>
                  </a:extLst>
                </p:cNvPr>
                <p:cNvSpPr/>
                <p:nvPr/>
              </p:nvSpPr>
              <p:spPr>
                <a:xfrm>
                  <a:off x="3920032" y="4400245"/>
                  <a:ext cx="74040" cy="45719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2" name="Oval 601">
                  <a:extLst>
                    <a:ext uri="{FF2B5EF4-FFF2-40B4-BE49-F238E27FC236}">
                      <a16:creationId xmlns:a16="http://schemas.microsoft.com/office/drawing/2014/main" id="{93CE530C-A19E-DEAC-30CC-7A56D296B3D7}"/>
                    </a:ext>
                  </a:extLst>
                </p:cNvPr>
                <p:cNvSpPr/>
                <p:nvPr/>
              </p:nvSpPr>
              <p:spPr>
                <a:xfrm>
                  <a:off x="3921703" y="4619118"/>
                  <a:ext cx="74040" cy="45719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98" name="Oval 597">
                <a:extLst>
                  <a:ext uri="{FF2B5EF4-FFF2-40B4-BE49-F238E27FC236}">
                    <a16:creationId xmlns:a16="http://schemas.microsoft.com/office/drawing/2014/main" id="{E4188399-1BE0-D30E-9CCC-3F2ED2374E96}"/>
                  </a:ext>
                </a:extLst>
              </p:cNvPr>
              <p:cNvSpPr/>
              <p:nvPr/>
            </p:nvSpPr>
            <p:spPr>
              <a:xfrm>
                <a:off x="4642715" y="4463608"/>
                <a:ext cx="74040" cy="45719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E95AB2BB-72B2-D578-52B2-656B403FCF16}"/>
                </a:ext>
              </a:extLst>
            </p:cNvPr>
            <p:cNvSpPr/>
            <p:nvPr/>
          </p:nvSpPr>
          <p:spPr>
            <a:xfrm>
              <a:off x="3929725" y="4634776"/>
              <a:ext cx="60833" cy="7686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8306BCC9-9344-A6C4-D7D7-6308A9193F39}"/>
                </a:ext>
              </a:extLst>
            </p:cNvPr>
            <p:cNvSpPr/>
            <p:nvPr/>
          </p:nvSpPr>
          <p:spPr>
            <a:xfrm>
              <a:off x="4669854" y="4544090"/>
              <a:ext cx="60833" cy="7686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60" name="Group 759">
              <a:extLst>
                <a:ext uri="{FF2B5EF4-FFF2-40B4-BE49-F238E27FC236}">
                  <a16:creationId xmlns:a16="http://schemas.microsoft.com/office/drawing/2014/main" id="{06B5432D-DC1E-A9C2-DA5B-4E648EC946BE}"/>
                </a:ext>
              </a:extLst>
            </p:cNvPr>
            <p:cNvGrpSpPr/>
            <p:nvPr/>
          </p:nvGrpSpPr>
          <p:grpSpPr>
            <a:xfrm>
              <a:off x="3929266" y="4549825"/>
              <a:ext cx="801777" cy="235149"/>
              <a:chOff x="3929266" y="4549825"/>
              <a:chExt cx="801777" cy="235149"/>
            </a:xfrm>
          </p:grpSpPr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6E703B4B-4ABA-F29A-FFA0-F3C8ADE9D207}"/>
                  </a:ext>
                </a:extLst>
              </p:cNvPr>
              <p:cNvSpPr/>
              <p:nvPr/>
            </p:nvSpPr>
            <p:spPr>
              <a:xfrm>
                <a:off x="3929266" y="4549825"/>
                <a:ext cx="60833" cy="76865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89433783-2D60-DDA7-1C21-0E026D605FED}"/>
                  </a:ext>
                </a:extLst>
              </p:cNvPr>
              <p:cNvSpPr/>
              <p:nvPr/>
            </p:nvSpPr>
            <p:spPr>
              <a:xfrm>
                <a:off x="4670210" y="4708109"/>
                <a:ext cx="60833" cy="76865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B6777A70-B387-358F-222F-DC1754556A36}"/>
              </a:ext>
            </a:extLst>
          </p:cNvPr>
          <p:cNvGrpSpPr/>
          <p:nvPr/>
        </p:nvGrpSpPr>
        <p:grpSpPr>
          <a:xfrm>
            <a:off x="3729245" y="3709838"/>
            <a:ext cx="1227369" cy="339081"/>
            <a:chOff x="3729245" y="3709838"/>
            <a:chExt cx="1227369" cy="339081"/>
          </a:xfrm>
        </p:grpSpPr>
        <p:sp>
          <p:nvSpPr>
            <p:cNvPr id="505" name="Flowchart: Data 504">
              <a:extLst>
                <a:ext uri="{FF2B5EF4-FFF2-40B4-BE49-F238E27FC236}">
                  <a16:creationId xmlns:a16="http://schemas.microsoft.com/office/drawing/2014/main" id="{B14CA987-A5BE-656A-252F-CEC1F1252B48}"/>
                </a:ext>
              </a:extLst>
            </p:cNvPr>
            <p:cNvSpPr/>
            <p:nvPr/>
          </p:nvSpPr>
          <p:spPr>
            <a:xfrm>
              <a:off x="3729245" y="3709838"/>
              <a:ext cx="1227369" cy="339081"/>
            </a:xfrm>
            <a:prstGeom prst="flowChartInputOutput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OUTPUT</a:t>
              </a:r>
              <a:endParaRPr kumimoji="0" lang="en-US" sz="6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EEC27C71-73CA-71CB-8C5C-8FBB45B3FF5C}"/>
                </a:ext>
              </a:extLst>
            </p:cNvPr>
            <p:cNvSpPr/>
            <p:nvPr/>
          </p:nvSpPr>
          <p:spPr>
            <a:xfrm>
              <a:off x="4631749" y="3971596"/>
              <a:ext cx="60833" cy="7686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8" name="Group 757">
            <a:extLst>
              <a:ext uri="{FF2B5EF4-FFF2-40B4-BE49-F238E27FC236}">
                <a16:creationId xmlns:a16="http://schemas.microsoft.com/office/drawing/2014/main" id="{9B21A7EB-5FD0-A13D-5EEF-D438B2A70617}"/>
              </a:ext>
            </a:extLst>
          </p:cNvPr>
          <p:cNvGrpSpPr/>
          <p:nvPr/>
        </p:nvGrpSpPr>
        <p:grpSpPr>
          <a:xfrm>
            <a:off x="5173120" y="4259896"/>
            <a:ext cx="855376" cy="341062"/>
            <a:chOff x="5173120" y="4216436"/>
            <a:chExt cx="855376" cy="341062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BC38AF7B-08EF-BC64-F9F5-DC15BB4E6D1A}"/>
                </a:ext>
              </a:extLst>
            </p:cNvPr>
            <p:cNvGrpSpPr/>
            <p:nvPr/>
          </p:nvGrpSpPr>
          <p:grpSpPr>
            <a:xfrm>
              <a:off x="5178729" y="4216436"/>
              <a:ext cx="849767" cy="341062"/>
              <a:chOff x="5177217" y="4201315"/>
              <a:chExt cx="849767" cy="341062"/>
            </a:xfrm>
          </p:grpSpPr>
          <p:sp>
            <p:nvSpPr>
              <p:cNvPr id="504" name="Oval 503">
                <a:extLst>
                  <a:ext uri="{FF2B5EF4-FFF2-40B4-BE49-F238E27FC236}">
                    <a16:creationId xmlns:a16="http://schemas.microsoft.com/office/drawing/2014/main" id="{A60BC499-96E5-15A8-F5EC-0996679B6557}"/>
                  </a:ext>
                </a:extLst>
              </p:cNvPr>
              <p:cNvSpPr/>
              <p:nvPr/>
            </p:nvSpPr>
            <p:spPr>
              <a:xfrm>
                <a:off x="5944098" y="4261387"/>
                <a:ext cx="58135" cy="7116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91" name="Group 490">
                <a:extLst>
                  <a:ext uri="{FF2B5EF4-FFF2-40B4-BE49-F238E27FC236}">
                    <a16:creationId xmlns:a16="http://schemas.microsoft.com/office/drawing/2014/main" id="{56FBC3F8-859F-D004-2610-E7510B44E11B}"/>
                  </a:ext>
                </a:extLst>
              </p:cNvPr>
              <p:cNvGrpSpPr/>
              <p:nvPr/>
            </p:nvGrpSpPr>
            <p:grpSpPr>
              <a:xfrm>
                <a:off x="5177217" y="4201315"/>
                <a:ext cx="849767" cy="341062"/>
                <a:chOff x="5177217" y="4020451"/>
                <a:chExt cx="849767" cy="341062"/>
              </a:xfrm>
            </p:grpSpPr>
            <p:grpSp>
              <p:nvGrpSpPr>
                <p:cNvPr id="201" name="Group 200">
                  <a:extLst>
                    <a:ext uri="{FF2B5EF4-FFF2-40B4-BE49-F238E27FC236}">
                      <a16:creationId xmlns:a16="http://schemas.microsoft.com/office/drawing/2014/main" id="{784B5DD9-907F-A14C-0F37-C94602AC11C0}"/>
                    </a:ext>
                  </a:extLst>
                </p:cNvPr>
                <p:cNvGrpSpPr/>
                <p:nvPr/>
              </p:nvGrpSpPr>
              <p:grpSpPr>
                <a:xfrm>
                  <a:off x="5177217" y="4020451"/>
                  <a:ext cx="849767" cy="341062"/>
                  <a:chOff x="5177217" y="4020451"/>
                  <a:chExt cx="849767" cy="341062"/>
                </a:xfrm>
              </p:grpSpPr>
              <p:grpSp>
                <p:nvGrpSpPr>
                  <p:cNvPr id="588" name="Group 587">
                    <a:extLst>
                      <a:ext uri="{FF2B5EF4-FFF2-40B4-BE49-F238E27FC236}">
                        <a16:creationId xmlns:a16="http://schemas.microsoft.com/office/drawing/2014/main" id="{973A1276-4997-A7F4-CD6F-3DCC1F114B0F}"/>
                      </a:ext>
                    </a:extLst>
                  </p:cNvPr>
                  <p:cNvGrpSpPr/>
                  <p:nvPr/>
                </p:nvGrpSpPr>
                <p:grpSpPr>
                  <a:xfrm>
                    <a:off x="5177217" y="4020451"/>
                    <a:ext cx="849767" cy="341062"/>
                    <a:chOff x="5177217" y="4020451"/>
                    <a:chExt cx="849767" cy="341062"/>
                  </a:xfrm>
                </p:grpSpPr>
                <p:sp>
                  <p:nvSpPr>
                    <p:cNvPr id="589" name="Rectangle: Rounded Corners 588">
                      <a:extLst>
                        <a:ext uri="{FF2B5EF4-FFF2-40B4-BE49-F238E27FC236}">
                          <a16:creationId xmlns:a16="http://schemas.microsoft.com/office/drawing/2014/main" id="{6DA2EC1C-CB7E-449B-5740-A1A775137F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77217" y="4020451"/>
                      <a:ext cx="849767" cy="341062"/>
                    </a:xfrm>
                    <a:prstGeom prst="roundRect">
                      <a:avLst/>
                    </a:prstGeom>
                    <a:solidFill>
                      <a:srgbClr val="385B62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Function-</a:t>
                      </a:r>
                      <a:r>
                        <a:rPr kumimoji="0" lang="en-US" sz="800" b="1" i="0" u="sng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  <a:endParaRPr kumimoji="0" lang="en-US" sz="800" b="1" i="0" u="sng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90" name="Oval 589">
                      <a:extLst>
                        <a:ext uri="{FF2B5EF4-FFF2-40B4-BE49-F238E27FC236}">
                          <a16:creationId xmlns:a16="http://schemas.microsoft.com/office/drawing/2014/main" id="{5B8CBDBB-60BA-225A-404B-C277B3CC63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0170" y="4034546"/>
                      <a:ext cx="74040" cy="45719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638" name="Oval 637">
                    <a:extLst>
                      <a:ext uri="{FF2B5EF4-FFF2-40B4-BE49-F238E27FC236}">
                        <a16:creationId xmlns:a16="http://schemas.microsoft.com/office/drawing/2014/main" id="{0DFF5C82-4E39-8BD8-E6A6-DFF47F4F04F8}"/>
                      </a:ext>
                    </a:extLst>
                  </p:cNvPr>
                  <p:cNvSpPr/>
                  <p:nvPr/>
                </p:nvSpPr>
                <p:spPr>
                  <a:xfrm>
                    <a:off x="5211776" y="4021192"/>
                    <a:ext cx="74040" cy="45719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9B245BC6-71E5-FE9F-4988-7E6F5E834236}"/>
                    </a:ext>
                  </a:extLst>
                </p:cNvPr>
                <p:cNvSpPr/>
                <p:nvPr/>
              </p:nvSpPr>
              <p:spPr>
                <a:xfrm>
                  <a:off x="5177692" y="4272799"/>
                  <a:ext cx="45719" cy="45719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2BFB6B4F-4F24-4C8B-29CE-20961B477BCA}"/>
                </a:ext>
              </a:extLst>
            </p:cNvPr>
            <p:cNvSpPr/>
            <p:nvPr/>
          </p:nvSpPr>
          <p:spPr>
            <a:xfrm>
              <a:off x="5271293" y="4244047"/>
              <a:ext cx="60833" cy="7686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0B623D78-B1D1-AD6D-F335-7F7A04035D0F}"/>
                </a:ext>
              </a:extLst>
            </p:cNvPr>
            <p:cNvSpPr/>
            <p:nvPr/>
          </p:nvSpPr>
          <p:spPr>
            <a:xfrm>
              <a:off x="5173120" y="4311022"/>
              <a:ext cx="60833" cy="7686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D5A1640-5220-DA2D-0D9C-9BF575338E54}"/>
              </a:ext>
            </a:extLst>
          </p:cNvPr>
          <p:cNvGrpSpPr/>
          <p:nvPr/>
        </p:nvGrpSpPr>
        <p:grpSpPr>
          <a:xfrm>
            <a:off x="8300982" y="1930340"/>
            <a:ext cx="844827" cy="383316"/>
            <a:chOff x="8300982" y="1930340"/>
            <a:chExt cx="844827" cy="383316"/>
          </a:xfrm>
        </p:grpSpPr>
        <p:grpSp>
          <p:nvGrpSpPr>
            <p:cNvPr id="345" name="Group 344">
              <a:extLst>
                <a:ext uri="{FF2B5EF4-FFF2-40B4-BE49-F238E27FC236}">
                  <a16:creationId xmlns:a16="http://schemas.microsoft.com/office/drawing/2014/main" id="{FCFE6396-6197-7ADF-4A8E-5A69C78E94CE}"/>
                </a:ext>
              </a:extLst>
            </p:cNvPr>
            <p:cNvGrpSpPr/>
            <p:nvPr/>
          </p:nvGrpSpPr>
          <p:grpSpPr>
            <a:xfrm>
              <a:off x="8300982" y="1930340"/>
              <a:ext cx="844827" cy="383316"/>
              <a:chOff x="8300982" y="1930340"/>
              <a:chExt cx="844827" cy="383316"/>
            </a:xfrm>
          </p:grpSpPr>
          <p:sp>
            <p:nvSpPr>
              <p:cNvPr id="292" name="Pentagon 291">
                <a:extLst>
                  <a:ext uri="{FF2B5EF4-FFF2-40B4-BE49-F238E27FC236}">
                    <a16:creationId xmlns:a16="http://schemas.microsoft.com/office/drawing/2014/main" id="{86BBAB02-E62B-1C38-AE85-4D8B274CBF37}"/>
                  </a:ext>
                </a:extLst>
              </p:cNvPr>
              <p:cNvSpPr/>
              <p:nvPr/>
            </p:nvSpPr>
            <p:spPr>
              <a:xfrm>
                <a:off x="8300982" y="1930340"/>
                <a:ext cx="844827" cy="383316"/>
              </a:xfrm>
              <a:prstGeom prst="pentagon">
                <a:avLst/>
              </a:prstGeom>
              <a:solidFill>
                <a:srgbClr val="2F559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sng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External Factors</a:t>
                </a:r>
              </a:p>
            </p:txBody>
          </p:sp>
          <p:sp>
            <p:nvSpPr>
              <p:cNvPr id="319" name="Oval 318">
                <a:extLst>
                  <a:ext uri="{FF2B5EF4-FFF2-40B4-BE49-F238E27FC236}">
                    <a16:creationId xmlns:a16="http://schemas.microsoft.com/office/drawing/2014/main" id="{DB8351D5-A340-612B-5809-35122A94CA14}"/>
                  </a:ext>
                </a:extLst>
              </p:cNvPr>
              <p:cNvSpPr/>
              <p:nvPr/>
            </p:nvSpPr>
            <p:spPr>
              <a:xfrm>
                <a:off x="8974631" y="2148653"/>
                <a:ext cx="87237" cy="6240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" name="Oval 329">
                <a:extLst>
                  <a:ext uri="{FF2B5EF4-FFF2-40B4-BE49-F238E27FC236}">
                    <a16:creationId xmlns:a16="http://schemas.microsoft.com/office/drawing/2014/main" id="{55AF03D3-07A1-0BC5-A5DF-552A98991346}"/>
                  </a:ext>
                </a:extLst>
              </p:cNvPr>
              <p:cNvSpPr/>
              <p:nvPr/>
            </p:nvSpPr>
            <p:spPr>
              <a:xfrm>
                <a:off x="8971620" y="2013017"/>
                <a:ext cx="87237" cy="6240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7A40F8D7-4345-5448-5676-815E1C918869}"/>
                </a:ext>
              </a:extLst>
            </p:cNvPr>
            <p:cNvSpPr/>
            <p:nvPr/>
          </p:nvSpPr>
          <p:spPr>
            <a:xfrm>
              <a:off x="8543158" y="1998600"/>
              <a:ext cx="74566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0" name="Group 639">
            <a:extLst>
              <a:ext uri="{FF2B5EF4-FFF2-40B4-BE49-F238E27FC236}">
                <a16:creationId xmlns:a16="http://schemas.microsoft.com/office/drawing/2014/main" id="{5BC54F45-C412-97CC-D153-16FCBC7F34D4}"/>
              </a:ext>
            </a:extLst>
          </p:cNvPr>
          <p:cNvGrpSpPr/>
          <p:nvPr/>
        </p:nvGrpSpPr>
        <p:grpSpPr>
          <a:xfrm>
            <a:off x="8903260" y="5798395"/>
            <a:ext cx="677948" cy="297916"/>
            <a:chOff x="9434555" y="5980346"/>
            <a:chExt cx="677948" cy="297916"/>
          </a:xfrm>
        </p:grpSpPr>
        <p:grpSp>
          <p:nvGrpSpPr>
            <p:cNvPr id="641" name="Group 640">
              <a:extLst>
                <a:ext uri="{FF2B5EF4-FFF2-40B4-BE49-F238E27FC236}">
                  <a16:creationId xmlns:a16="http://schemas.microsoft.com/office/drawing/2014/main" id="{C8B989BD-C0D0-A04B-F855-0897870FB5E5}"/>
                </a:ext>
              </a:extLst>
            </p:cNvPr>
            <p:cNvGrpSpPr/>
            <p:nvPr/>
          </p:nvGrpSpPr>
          <p:grpSpPr>
            <a:xfrm>
              <a:off x="9434555" y="5980346"/>
              <a:ext cx="677948" cy="297916"/>
              <a:chOff x="9389532" y="6170508"/>
              <a:chExt cx="677948" cy="297916"/>
            </a:xfrm>
          </p:grpSpPr>
          <p:grpSp>
            <p:nvGrpSpPr>
              <p:cNvPr id="644" name="Group 643">
                <a:extLst>
                  <a:ext uri="{FF2B5EF4-FFF2-40B4-BE49-F238E27FC236}">
                    <a16:creationId xmlns:a16="http://schemas.microsoft.com/office/drawing/2014/main" id="{52DD7FC8-BC85-31F0-F124-BD24C750AC06}"/>
                  </a:ext>
                </a:extLst>
              </p:cNvPr>
              <p:cNvGrpSpPr/>
              <p:nvPr/>
            </p:nvGrpSpPr>
            <p:grpSpPr>
              <a:xfrm>
                <a:off x="9389532" y="6189965"/>
                <a:ext cx="677948" cy="278459"/>
                <a:chOff x="8308975" y="4287937"/>
                <a:chExt cx="898056" cy="457033"/>
              </a:xfrm>
            </p:grpSpPr>
            <p:grpSp>
              <p:nvGrpSpPr>
                <p:cNvPr id="646" name="Group 645">
                  <a:extLst>
                    <a:ext uri="{FF2B5EF4-FFF2-40B4-BE49-F238E27FC236}">
                      <a16:creationId xmlns:a16="http://schemas.microsoft.com/office/drawing/2014/main" id="{FDA49587-874F-D38E-6D97-2BFD7687F77D}"/>
                    </a:ext>
                  </a:extLst>
                </p:cNvPr>
                <p:cNvGrpSpPr/>
                <p:nvPr/>
              </p:nvGrpSpPr>
              <p:grpSpPr>
                <a:xfrm>
                  <a:off x="8308975" y="4287937"/>
                  <a:ext cx="898056" cy="457033"/>
                  <a:chOff x="8308975" y="4287937"/>
                  <a:chExt cx="898056" cy="457033"/>
                </a:xfrm>
              </p:grpSpPr>
              <p:grpSp>
                <p:nvGrpSpPr>
                  <p:cNvPr id="648" name="Group 647">
                    <a:extLst>
                      <a:ext uri="{FF2B5EF4-FFF2-40B4-BE49-F238E27FC236}">
                        <a16:creationId xmlns:a16="http://schemas.microsoft.com/office/drawing/2014/main" id="{46694AE7-6F58-4878-4860-5C218F4A01E9}"/>
                      </a:ext>
                    </a:extLst>
                  </p:cNvPr>
                  <p:cNvGrpSpPr/>
                  <p:nvPr/>
                </p:nvGrpSpPr>
                <p:grpSpPr>
                  <a:xfrm>
                    <a:off x="8308975" y="4287937"/>
                    <a:ext cx="898056" cy="457033"/>
                    <a:chOff x="8295992" y="4457716"/>
                    <a:chExt cx="898056" cy="457033"/>
                  </a:xfrm>
                </p:grpSpPr>
                <p:grpSp>
                  <p:nvGrpSpPr>
                    <p:cNvPr id="650" name="Group 649">
                      <a:extLst>
                        <a:ext uri="{FF2B5EF4-FFF2-40B4-BE49-F238E27FC236}">
                          <a16:creationId xmlns:a16="http://schemas.microsoft.com/office/drawing/2014/main" id="{7BCADFF6-8CEC-2E41-3820-7B617DA98F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95992" y="4457716"/>
                      <a:ext cx="898056" cy="457033"/>
                      <a:chOff x="8295992" y="4457716"/>
                      <a:chExt cx="898056" cy="457033"/>
                    </a:xfrm>
                  </p:grpSpPr>
                  <p:grpSp>
                    <p:nvGrpSpPr>
                      <p:cNvPr id="652" name="Group 651">
                        <a:extLst>
                          <a:ext uri="{FF2B5EF4-FFF2-40B4-BE49-F238E27FC236}">
                            <a16:creationId xmlns:a16="http://schemas.microsoft.com/office/drawing/2014/main" id="{6D19B84B-7228-C6B3-98B8-6DBF6891BD8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295992" y="4457716"/>
                        <a:ext cx="883966" cy="457033"/>
                        <a:chOff x="8295992" y="4457716"/>
                        <a:chExt cx="883966" cy="457033"/>
                      </a:xfrm>
                    </p:grpSpPr>
                    <p:sp>
                      <p:nvSpPr>
                        <p:cNvPr id="654" name="Pentagon 653">
                          <a:extLst>
                            <a:ext uri="{FF2B5EF4-FFF2-40B4-BE49-F238E27FC236}">
                              <a16:creationId xmlns:a16="http://schemas.microsoft.com/office/drawing/2014/main" id="{71B3A86F-2E94-F6F9-3840-1D1149CA4DA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95992" y="4457716"/>
                          <a:ext cx="883966" cy="457033"/>
                        </a:xfrm>
                        <a:prstGeom prst="pentagon">
                          <a:avLst/>
                        </a:prstGeom>
                        <a:solidFill>
                          <a:srgbClr val="7030A0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800" b="1" i="0" u="sng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655" name="Oval 654">
                          <a:extLst>
                            <a:ext uri="{FF2B5EF4-FFF2-40B4-BE49-F238E27FC236}">
                              <a16:creationId xmlns:a16="http://schemas.microsoft.com/office/drawing/2014/main" id="{5686AB02-BB9E-3597-0796-DFB59E87E7C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79890" y="4646985"/>
                          <a:ext cx="89315" cy="100933"/>
                        </a:xfrm>
                        <a:prstGeom prst="ellipse">
                          <a:avLst/>
                        </a:prstGeom>
                        <a:no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653" name="Rectangle 652">
                        <a:extLst>
                          <a:ext uri="{FF2B5EF4-FFF2-40B4-BE49-F238E27FC236}">
                            <a16:creationId xmlns:a16="http://schemas.microsoft.com/office/drawing/2014/main" id="{6549DA47-CD39-BE41-F068-6869ED4577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26995" y="4747828"/>
                        <a:ext cx="67053" cy="145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651" name="Oval 650">
                      <a:extLst>
                        <a:ext uri="{FF2B5EF4-FFF2-40B4-BE49-F238E27FC236}">
                          <a16:creationId xmlns:a16="http://schemas.microsoft.com/office/drawing/2014/main" id="{EB61616E-EFDD-24F7-C41F-C6FFFDAD6E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3002" y="4809483"/>
                      <a:ext cx="103329" cy="83380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649" name="Oval 648">
                    <a:extLst>
                      <a:ext uri="{FF2B5EF4-FFF2-40B4-BE49-F238E27FC236}">
                        <a16:creationId xmlns:a16="http://schemas.microsoft.com/office/drawing/2014/main" id="{E093032F-B109-3191-1DD0-4CA7631FDD4D}"/>
                      </a:ext>
                    </a:extLst>
                  </p:cNvPr>
                  <p:cNvSpPr/>
                  <p:nvPr/>
                </p:nvSpPr>
                <p:spPr>
                  <a:xfrm>
                    <a:off x="8523708" y="4488688"/>
                    <a:ext cx="100943" cy="8409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47" name="Rectangle 646">
                  <a:extLst>
                    <a:ext uri="{FF2B5EF4-FFF2-40B4-BE49-F238E27FC236}">
                      <a16:creationId xmlns:a16="http://schemas.microsoft.com/office/drawing/2014/main" id="{E7646704-33F1-B410-FC8A-E3ABFA1ACC71}"/>
                    </a:ext>
                  </a:extLst>
                </p:cNvPr>
                <p:cNvSpPr/>
                <p:nvPr/>
              </p:nvSpPr>
              <p:spPr>
                <a:xfrm>
                  <a:off x="8380238" y="4637689"/>
                  <a:ext cx="130915" cy="8248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45" name="TextBox 644">
                <a:extLst>
                  <a:ext uri="{FF2B5EF4-FFF2-40B4-BE49-F238E27FC236}">
                    <a16:creationId xmlns:a16="http://schemas.microsoft.com/office/drawing/2014/main" id="{FA3BC423-7B85-F555-C5DB-5B042C4CEF68}"/>
                  </a:ext>
                </a:extLst>
              </p:cNvPr>
              <p:cNvSpPr txBox="1"/>
              <p:nvPr/>
            </p:nvSpPr>
            <p:spPr>
              <a:xfrm>
                <a:off x="9518371" y="6170508"/>
                <a:ext cx="4675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>
                    <a:solidFill>
                      <a:schemeClr val="bg1"/>
                    </a:solidFill>
                  </a:rPr>
                  <a:t>Person Metric</a:t>
                </a:r>
              </a:p>
            </p:txBody>
          </p:sp>
        </p:grpSp>
        <p:sp>
          <p:nvSpPr>
            <p:cNvPr id="642" name="Oval 641">
              <a:extLst>
                <a:ext uri="{FF2B5EF4-FFF2-40B4-BE49-F238E27FC236}">
                  <a16:creationId xmlns:a16="http://schemas.microsoft.com/office/drawing/2014/main" id="{03A06FB6-6C98-EDA3-8D22-E02DF1BEC557}"/>
                </a:ext>
              </a:extLst>
            </p:cNvPr>
            <p:cNvSpPr/>
            <p:nvPr/>
          </p:nvSpPr>
          <p:spPr>
            <a:xfrm>
              <a:off x="9596630" y="6044881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3" name="Oval 642">
              <a:extLst>
                <a:ext uri="{FF2B5EF4-FFF2-40B4-BE49-F238E27FC236}">
                  <a16:creationId xmlns:a16="http://schemas.microsoft.com/office/drawing/2014/main" id="{76346986-033A-1B7B-DEF8-90C0A2BC8947}"/>
                </a:ext>
              </a:extLst>
            </p:cNvPr>
            <p:cNvSpPr/>
            <p:nvPr/>
          </p:nvSpPr>
          <p:spPr>
            <a:xfrm>
              <a:off x="9495170" y="6189952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6" name="Group 655">
            <a:extLst>
              <a:ext uri="{FF2B5EF4-FFF2-40B4-BE49-F238E27FC236}">
                <a16:creationId xmlns:a16="http://schemas.microsoft.com/office/drawing/2014/main" id="{BC513006-53D3-5BD1-94E6-051C0EE60075}"/>
              </a:ext>
            </a:extLst>
          </p:cNvPr>
          <p:cNvGrpSpPr/>
          <p:nvPr/>
        </p:nvGrpSpPr>
        <p:grpSpPr>
          <a:xfrm>
            <a:off x="8920940" y="6109949"/>
            <a:ext cx="652378" cy="276021"/>
            <a:chOff x="9434555" y="5999803"/>
            <a:chExt cx="677948" cy="278459"/>
          </a:xfrm>
        </p:grpSpPr>
        <p:grpSp>
          <p:nvGrpSpPr>
            <p:cNvPr id="657" name="Group 656">
              <a:extLst>
                <a:ext uri="{FF2B5EF4-FFF2-40B4-BE49-F238E27FC236}">
                  <a16:creationId xmlns:a16="http://schemas.microsoft.com/office/drawing/2014/main" id="{0AD5044C-8146-7459-2D56-E0B1DE48B151}"/>
                </a:ext>
              </a:extLst>
            </p:cNvPr>
            <p:cNvGrpSpPr/>
            <p:nvPr/>
          </p:nvGrpSpPr>
          <p:grpSpPr>
            <a:xfrm>
              <a:off x="9434555" y="5999803"/>
              <a:ext cx="677948" cy="278459"/>
              <a:chOff x="9389532" y="6189965"/>
              <a:chExt cx="677948" cy="278459"/>
            </a:xfrm>
          </p:grpSpPr>
          <p:grpSp>
            <p:nvGrpSpPr>
              <p:cNvPr id="660" name="Group 659">
                <a:extLst>
                  <a:ext uri="{FF2B5EF4-FFF2-40B4-BE49-F238E27FC236}">
                    <a16:creationId xmlns:a16="http://schemas.microsoft.com/office/drawing/2014/main" id="{E6D41932-E40D-B6C7-131B-51E4DEB816B7}"/>
                  </a:ext>
                </a:extLst>
              </p:cNvPr>
              <p:cNvGrpSpPr/>
              <p:nvPr/>
            </p:nvGrpSpPr>
            <p:grpSpPr>
              <a:xfrm>
                <a:off x="9389532" y="6189965"/>
                <a:ext cx="677948" cy="278459"/>
                <a:chOff x="8308975" y="4287937"/>
                <a:chExt cx="898056" cy="457033"/>
              </a:xfrm>
            </p:grpSpPr>
            <p:grpSp>
              <p:nvGrpSpPr>
                <p:cNvPr id="662" name="Group 661">
                  <a:extLst>
                    <a:ext uri="{FF2B5EF4-FFF2-40B4-BE49-F238E27FC236}">
                      <a16:creationId xmlns:a16="http://schemas.microsoft.com/office/drawing/2014/main" id="{B77B4F3B-15D0-FECC-C481-1D8685909377}"/>
                    </a:ext>
                  </a:extLst>
                </p:cNvPr>
                <p:cNvGrpSpPr/>
                <p:nvPr/>
              </p:nvGrpSpPr>
              <p:grpSpPr>
                <a:xfrm>
                  <a:off x="8308975" y="4287937"/>
                  <a:ext cx="898056" cy="457033"/>
                  <a:chOff x="8308975" y="4287937"/>
                  <a:chExt cx="898056" cy="457033"/>
                </a:xfrm>
              </p:grpSpPr>
              <p:grpSp>
                <p:nvGrpSpPr>
                  <p:cNvPr id="664" name="Group 663">
                    <a:extLst>
                      <a:ext uri="{FF2B5EF4-FFF2-40B4-BE49-F238E27FC236}">
                        <a16:creationId xmlns:a16="http://schemas.microsoft.com/office/drawing/2014/main" id="{4E020CD0-21DE-063D-E911-CF460A9D1976}"/>
                      </a:ext>
                    </a:extLst>
                  </p:cNvPr>
                  <p:cNvGrpSpPr/>
                  <p:nvPr/>
                </p:nvGrpSpPr>
                <p:grpSpPr>
                  <a:xfrm>
                    <a:off x="8308975" y="4287937"/>
                    <a:ext cx="898056" cy="457033"/>
                    <a:chOff x="8295992" y="4457716"/>
                    <a:chExt cx="898056" cy="457033"/>
                  </a:xfrm>
                </p:grpSpPr>
                <p:grpSp>
                  <p:nvGrpSpPr>
                    <p:cNvPr id="666" name="Group 665">
                      <a:extLst>
                        <a:ext uri="{FF2B5EF4-FFF2-40B4-BE49-F238E27FC236}">
                          <a16:creationId xmlns:a16="http://schemas.microsoft.com/office/drawing/2014/main" id="{8C7906BC-25BD-DB3E-5090-FEDCF52DE4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95992" y="4457716"/>
                      <a:ext cx="898056" cy="457033"/>
                      <a:chOff x="8295992" y="4457716"/>
                      <a:chExt cx="898056" cy="457033"/>
                    </a:xfrm>
                  </p:grpSpPr>
                  <p:grpSp>
                    <p:nvGrpSpPr>
                      <p:cNvPr id="668" name="Group 667">
                        <a:extLst>
                          <a:ext uri="{FF2B5EF4-FFF2-40B4-BE49-F238E27FC236}">
                            <a16:creationId xmlns:a16="http://schemas.microsoft.com/office/drawing/2014/main" id="{62F58252-4AC1-500B-76E5-76A5392CB3F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295992" y="4457716"/>
                        <a:ext cx="883966" cy="457033"/>
                        <a:chOff x="8295992" y="4457716"/>
                        <a:chExt cx="883966" cy="457033"/>
                      </a:xfrm>
                    </p:grpSpPr>
                    <p:sp>
                      <p:nvSpPr>
                        <p:cNvPr id="670" name="Pentagon 669">
                          <a:extLst>
                            <a:ext uri="{FF2B5EF4-FFF2-40B4-BE49-F238E27FC236}">
                              <a16:creationId xmlns:a16="http://schemas.microsoft.com/office/drawing/2014/main" id="{D380FBE7-D6B9-613F-BA3E-EB959689E4A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95992" y="4457716"/>
                          <a:ext cx="883966" cy="457033"/>
                        </a:xfrm>
                        <a:prstGeom prst="pentagon">
                          <a:avLst/>
                        </a:prstGeom>
                        <a:solidFill>
                          <a:srgbClr val="7030A0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800" b="1" i="0" u="sng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671" name="Oval 670">
                          <a:extLst>
                            <a:ext uri="{FF2B5EF4-FFF2-40B4-BE49-F238E27FC236}">
                              <a16:creationId xmlns:a16="http://schemas.microsoft.com/office/drawing/2014/main" id="{C0B0CEAC-9127-AFD4-0739-F45DA398537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79890" y="4646985"/>
                          <a:ext cx="89315" cy="100933"/>
                        </a:xfrm>
                        <a:prstGeom prst="ellipse">
                          <a:avLst/>
                        </a:prstGeom>
                        <a:no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669" name="Rectangle 668">
                        <a:extLst>
                          <a:ext uri="{FF2B5EF4-FFF2-40B4-BE49-F238E27FC236}">
                            <a16:creationId xmlns:a16="http://schemas.microsoft.com/office/drawing/2014/main" id="{B696900B-9047-852B-27AA-3E4CECB99A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26995" y="4747828"/>
                        <a:ext cx="67053" cy="145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667" name="Oval 666">
                      <a:extLst>
                        <a:ext uri="{FF2B5EF4-FFF2-40B4-BE49-F238E27FC236}">
                          <a16:creationId xmlns:a16="http://schemas.microsoft.com/office/drawing/2014/main" id="{AEA4FC19-71EE-A99A-F228-51A3D653BD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3002" y="4809483"/>
                      <a:ext cx="103329" cy="83380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665" name="Oval 664">
                    <a:extLst>
                      <a:ext uri="{FF2B5EF4-FFF2-40B4-BE49-F238E27FC236}">
                        <a16:creationId xmlns:a16="http://schemas.microsoft.com/office/drawing/2014/main" id="{3245BA09-983C-92B6-6873-FC1951B16EC4}"/>
                      </a:ext>
                    </a:extLst>
                  </p:cNvPr>
                  <p:cNvSpPr/>
                  <p:nvPr/>
                </p:nvSpPr>
                <p:spPr>
                  <a:xfrm>
                    <a:off x="8523708" y="4488688"/>
                    <a:ext cx="100943" cy="8409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63" name="Rectangle 662">
                  <a:extLst>
                    <a:ext uri="{FF2B5EF4-FFF2-40B4-BE49-F238E27FC236}">
                      <a16:creationId xmlns:a16="http://schemas.microsoft.com/office/drawing/2014/main" id="{ED85BE33-99B6-DD99-E264-4FB5689851E2}"/>
                    </a:ext>
                  </a:extLst>
                </p:cNvPr>
                <p:cNvSpPr/>
                <p:nvPr/>
              </p:nvSpPr>
              <p:spPr>
                <a:xfrm>
                  <a:off x="8380238" y="4637689"/>
                  <a:ext cx="130915" cy="8248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61" name="TextBox 660">
                <a:extLst>
                  <a:ext uri="{FF2B5EF4-FFF2-40B4-BE49-F238E27FC236}">
                    <a16:creationId xmlns:a16="http://schemas.microsoft.com/office/drawing/2014/main" id="{25673062-62F6-9954-E6B1-94095102F8BD}"/>
                  </a:ext>
                </a:extLst>
              </p:cNvPr>
              <p:cNvSpPr txBox="1"/>
              <p:nvPr/>
            </p:nvSpPr>
            <p:spPr>
              <a:xfrm>
                <a:off x="9512087" y="6223922"/>
                <a:ext cx="46752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>
                    <a:solidFill>
                      <a:schemeClr val="bg1"/>
                    </a:solidFill>
                  </a:rPr>
                  <a:t>Capacity</a:t>
                </a:r>
              </a:p>
            </p:txBody>
          </p:sp>
        </p:grpSp>
        <p:sp>
          <p:nvSpPr>
            <p:cNvPr id="658" name="Oval 657">
              <a:extLst>
                <a:ext uri="{FF2B5EF4-FFF2-40B4-BE49-F238E27FC236}">
                  <a16:creationId xmlns:a16="http://schemas.microsoft.com/office/drawing/2014/main" id="{C20D9AE6-016C-2D44-E39B-7DC40F433817}"/>
                </a:ext>
              </a:extLst>
            </p:cNvPr>
            <p:cNvSpPr/>
            <p:nvPr/>
          </p:nvSpPr>
          <p:spPr>
            <a:xfrm>
              <a:off x="9596630" y="6044881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9" name="Oval 658">
              <a:extLst>
                <a:ext uri="{FF2B5EF4-FFF2-40B4-BE49-F238E27FC236}">
                  <a16:creationId xmlns:a16="http://schemas.microsoft.com/office/drawing/2014/main" id="{C35E619E-A22D-B130-2FF3-6B123EC5DA51}"/>
                </a:ext>
              </a:extLst>
            </p:cNvPr>
            <p:cNvSpPr/>
            <p:nvPr/>
          </p:nvSpPr>
          <p:spPr>
            <a:xfrm>
              <a:off x="9495170" y="6189952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72" name="Group 671">
            <a:extLst>
              <a:ext uri="{FF2B5EF4-FFF2-40B4-BE49-F238E27FC236}">
                <a16:creationId xmlns:a16="http://schemas.microsoft.com/office/drawing/2014/main" id="{3C20304D-9D51-5D8E-06B5-359049053AB3}"/>
              </a:ext>
            </a:extLst>
          </p:cNvPr>
          <p:cNvGrpSpPr/>
          <p:nvPr/>
        </p:nvGrpSpPr>
        <p:grpSpPr>
          <a:xfrm rot="10800000">
            <a:off x="8901871" y="6418349"/>
            <a:ext cx="677948" cy="278459"/>
            <a:chOff x="9434555" y="5999803"/>
            <a:chExt cx="677948" cy="278459"/>
          </a:xfrm>
        </p:grpSpPr>
        <p:grpSp>
          <p:nvGrpSpPr>
            <p:cNvPr id="673" name="Group 672">
              <a:extLst>
                <a:ext uri="{FF2B5EF4-FFF2-40B4-BE49-F238E27FC236}">
                  <a16:creationId xmlns:a16="http://schemas.microsoft.com/office/drawing/2014/main" id="{A0193883-3060-83E8-7E9E-029DED1E5B90}"/>
                </a:ext>
              </a:extLst>
            </p:cNvPr>
            <p:cNvGrpSpPr/>
            <p:nvPr/>
          </p:nvGrpSpPr>
          <p:grpSpPr>
            <a:xfrm>
              <a:off x="9434555" y="5999803"/>
              <a:ext cx="677948" cy="278459"/>
              <a:chOff x="9389532" y="6189965"/>
              <a:chExt cx="677948" cy="278459"/>
            </a:xfrm>
          </p:grpSpPr>
          <p:grpSp>
            <p:nvGrpSpPr>
              <p:cNvPr id="676" name="Group 675">
                <a:extLst>
                  <a:ext uri="{FF2B5EF4-FFF2-40B4-BE49-F238E27FC236}">
                    <a16:creationId xmlns:a16="http://schemas.microsoft.com/office/drawing/2014/main" id="{69ED21E6-8D3A-68F4-5D45-1EBBF921110E}"/>
                  </a:ext>
                </a:extLst>
              </p:cNvPr>
              <p:cNvGrpSpPr/>
              <p:nvPr/>
            </p:nvGrpSpPr>
            <p:grpSpPr>
              <a:xfrm>
                <a:off x="9389532" y="6189965"/>
                <a:ext cx="677948" cy="278459"/>
                <a:chOff x="8308975" y="4287937"/>
                <a:chExt cx="898056" cy="457033"/>
              </a:xfrm>
            </p:grpSpPr>
            <p:grpSp>
              <p:nvGrpSpPr>
                <p:cNvPr id="678" name="Group 677">
                  <a:extLst>
                    <a:ext uri="{FF2B5EF4-FFF2-40B4-BE49-F238E27FC236}">
                      <a16:creationId xmlns:a16="http://schemas.microsoft.com/office/drawing/2014/main" id="{2DC30C90-BA2F-CFA3-AF48-789F3645B3C7}"/>
                    </a:ext>
                  </a:extLst>
                </p:cNvPr>
                <p:cNvGrpSpPr/>
                <p:nvPr/>
              </p:nvGrpSpPr>
              <p:grpSpPr>
                <a:xfrm>
                  <a:off x="8308975" y="4287937"/>
                  <a:ext cx="898056" cy="457033"/>
                  <a:chOff x="8308975" y="4287937"/>
                  <a:chExt cx="898056" cy="457033"/>
                </a:xfrm>
              </p:grpSpPr>
              <p:grpSp>
                <p:nvGrpSpPr>
                  <p:cNvPr id="680" name="Group 679">
                    <a:extLst>
                      <a:ext uri="{FF2B5EF4-FFF2-40B4-BE49-F238E27FC236}">
                        <a16:creationId xmlns:a16="http://schemas.microsoft.com/office/drawing/2014/main" id="{B6DC2A31-8EC1-D51E-B735-C7C99B3D492A}"/>
                      </a:ext>
                    </a:extLst>
                  </p:cNvPr>
                  <p:cNvGrpSpPr/>
                  <p:nvPr/>
                </p:nvGrpSpPr>
                <p:grpSpPr>
                  <a:xfrm>
                    <a:off x="8308975" y="4287937"/>
                    <a:ext cx="898056" cy="457033"/>
                    <a:chOff x="8295992" y="4457716"/>
                    <a:chExt cx="898056" cy="457033"/>
                  </a:xfrm>
                </p:grpSpPr>
                <p:grpSp>
                  <p:nvGrpSpPr>
                    <p:cNvPr id="682" name="Group 681">
                      <a:extLst>
                        <a:ext uri="{FF2B5EF4-FFF2-40B4-BE49-F238E27FC236}">
                          <a16:creationId xmlns:a16="http://schemas.microsoft.com/office/drawing/2014/main" id="{E55AAA26-3AF4-279B-F71A-F5B3042469E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95992" y="4457716"/>
                      <a:ext cx="898056" cy="457033"/>
                      <a:chOff x="8295992" y="4457716"/>
                      <a:chExt cx="898056" cy="457033"/>
                    </a:xfrm>
                  </p:grpSpPr>
                  <p:grpSp>
                    <p:nvGrpSpPr>
                      <p:cNvPr id="684" name="Group 683">
                        <a:extLst>
                          <a:ext uri="{FF2B5EF4-FFF2-40B4-BE49-F238E27FC236}">
                            <a16:creationId xmlns:a16="http://schemas.microsoft.com/office/drawing/2014/main" id="{BE9EB924-1210-D3F9-F7C9-7AF9E5A76A9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295992" y="4457716"/>
                        <a:ext cx="883966" cy="457033"/>
                        <a:chOff x="8295992" y="4457716"/>
                        <a:chExt cx="883966" cy="457033"/>
                      </a:xfrm>
                    </p:grpSpPr>
                    <p:sp>
                      <p:nvSpPr>
                        <p:cNvPr id="686" name="Pentagon 685">
                          <a:extLst>
                            <a:ext uri="{FF2B5EF4-FFF2-40B4-BE49-F238E27FC236}">
                              <a16:creationId xmlns:a16="http://schemas.microsoft.com/office/drawing/2014/main" id="{29D7F641-582D-48DF-66A7-3DC6E66D033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95992" y="4457716"/>
                          <a:ext cx="883966" cy="457033"/>
                        </a:xfrm>
                        <a:prstGeom prst="pentagon">
                          <a:avLst/>
                        </a:prstGeom>
                        <a:solidFill>
                          <a:srgbClr val="7030A0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800" b="1" i="0" u="sng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687" name="Oval 686">
                          <a:extLst>
                            <a:ext uri="{FF2B5EF4-FFF2-40B4-BE49-F238E27FC236}">
                              <a16:creationId xmlns:a16="http://schemas.microsoft.com/office/drawing/2014/main" id="{9A98AB3C-BBB4-C090-45DC-55DFBCF73D9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79890" y="4646985"/>
                          <a:ext cx="89315" cy="100933"/>
                        </a:xfrm>
                        <a:prstGeom prst="ellipse">
                          <a:avLst/>
                        </a:prstGeom>
                        <a:no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685" name="Rectangle 684">
                        <a:extLst>
                          <a:ext uri="{FF2B5EF4-FFF2-40B4-BE49-F238E27FC236}">
                            <a16:creationId xmlns:a16="http://schemas.microsoft.com/office/drawing/2014/main" id="{88CFE22A-9810-A35E-CED1-F762A43E42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26995" y="4747828"/>
                        <a:ext cx="67053" cy="145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683" name="Oval 682">
                      <a:extLst>
                        <a:ext uri="{FF2B5EF4-FFF2-40B4-BE49-F238E27FC236}">
                          <a16:creationId xmlns:a16="http://schemas.microsoft.com/office/drawing/2014/main" id="{4CB763D1-7A05-5A4E-8C9E-81007AFBE2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3002" y="4809483"/>
                      <a:ext cx="103329" cy="83380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681" name="Oval 680">
                    <a:extLst>
                      <a:ext uri="{FF2B5EF4-FFF2-40B4-BE49-F238E27FC236}">
                        <a16:creationId xmlns:a16="http://schemas.microsoft.com/office/drawing/2014/main" id="{D4C608B7-CA8E-83CD-EA24-D22F8ECA34BB}"/>
                      </a:ext>
                    </a:extLst>
                  </p:cNvPr>
                  <p:cNvSpPr/>
                  <p:nvPr/>
                </p:nvSpPr>
                <p:spPr>
                  <a:xfrm>
                    <a:off x="8523708" y="4488688"/>
                    <a:ext cx="100943" cy="8409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79" name="Rectangle 678">
                  <a:extLst>
                    <a:ext uri="{FF2B5EF4-FFF2-40B4-BE49-F238E27FC236}">
                      <a16:creationId xmlns:a16="http://schemas.microsoft.com/office/drawing/2014/main" id="{468796E2-9BA1-7F89-8B23-5264D9A69872}"/>
                    </a:ext>
                  </a:extLst>
                </p:cNvPr>
                <p:cNvSpPr/>
                <p:nvPr/>
              </p:nvSpPr>
              <p:spPr>
                <a:xfrm>
                  <a:off x="8380238" y="4637689"/>
                  <a:ext cx="130915" cy="8248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77" name="TextBox 676">
                <a:extLst>
                  <a:ext uri="{FF2B5EF4-FFF2-40B4-BE49-F238E27FC236}">
                    <a16:creationId xmlns:a16="http://schemas.microsoft.com/office/drawing/2014/main" id="{673526B8-55E1-5CB4-A23F-12A733EBAEDE}"/>
                  </a:ext>
                </a:extLst>
              </p:cNvPr>
              <p:cNvSpPr txBox="1"/>
              <p:nvPr/>
            </p:nvSpPr>
            <p:spPr>
              <a:xfrm rot="10800000">
                <a:off x="9461967" y="6281690"/>
                <a:ext cx="50193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>
                    <a:solidFill>
                      <a:schemeClr val="bg1"/>
                    </a:solidFill>
                  </a:rPr>
                  <a:t>Limitation</a:t>
                </a:r>
              </a:p>
            </p:txBody>
          </p:sp>
        </p:grpSp>
        <p:sp>
          <p:nvSpPr>
            <p:cNvPr id="674" name="Oval 673">
              <a:extLst>
                <a:ext uri="{FF2B5EF4-FFF2-40B4-BE49-F238E27FC236}">
                  <a16:creationId xmlns:a16="http://schemas.microsoft.com/office/drawing/2014/main" id="{F5589D01-40C1-FC1B-08DC-2D8B0F49CC49}"/>
                </a:ext>
              </a:extLst>
            </p:cNvPr>
            <p:cNvSpPr/>
            <p:nvPr/>
          </p:nvSpPr>
          <p:spPr>
            <a:xfrm>
              <a:off x="9596630" y="6044881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5" name="Oval 674">
              <a:extLst>
                <a:ext uri="{FF2B5EF4-FFF2-40B4-BE49-F238E27FC236}">
                  <a16:creationId xmlns:a16="http://schemas.microsoft.com/office/drawing/2014/main" id="{AA695DCA-A213-2F1C-22ED-698328DDD95D}"/>
                </a:ext>
              </a:extLst>
            </p:cNvPr>
            <p:cNvSpPr/>
            <p:nvPr/>
          </p:nvSpPr>
          <p:spPr>
            <a:xfrm>
              <a:off x="9495170" y="6189952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8" name="Group 687">
            <a:extLst>
              <a:ext uri="{FF2B5EF4-FFF2-40B4-BE49-F238E27FC236}">
                <a16:creationId xmlns:a16="http://schemas.microsoft.com/office/drawing/2014/main" id="{CE294D0B-14EF-069A-1896-17F69D79B6EF}"/>
              </a:ext>
            </a:extLst>
          </p:cNvPr>
          <p:cNvGrpSpPr/>
          <p:nvPr/>
        </p:nvGrpSpPr>
        <p:grpSpPr>
          <a:xfrm rot="10800000">
            <a:off x="9477120" y="6211440"/>
            <a:ext cx="615806" cy="285747"/>
            <a:chOff x="9434555" y="5999803"/>
            <a:chExt cx="677948" cy="288271"/>
          </a:xfrm>
        </p:grpSpPr>
        <p:grpSp>
          <p:nvGrpSpPr>
            <p:cNvPr id="689" name="Group 688">
              <a:extLst>
                <a:ext uri="{FF2B5EF4-FFF2-40B4-BE49-F238E27FC236}">
                  <a16:creationId xmlns:a16="http://schemas.microsoft.com/office/drawing/2014/main" id="{A8FD4102-4A91-CB5F-226B-86E7E4B12CB5}"/>
                </a:ext>
              </a:extLst>
            </p:cNvPr>
            <p:cNvGrpSpPr/>
            <p:nvPr/>
          </p:nvGrpSpPr>
          <p:grpSpPr>
            <a:xfrm>
              <a:off x="9434555" y="5999803"/>
              <a:ext cx="677948" cy="288271"/>
              <a:chOff x="9389532" y="6189965"/>
              <a:chExt cx="677948" cy="288271"/>
            </a:xfrm>
          </p:grpSpPr>
          <p:grpSp>
            <p:nvGrpSpPr>
              <p:cNvPr id="692" name="Group 691">
                <a:extLst>
                  <a:ext uri="{FF2B5EF4-FFF2-40B4-BE49-F238E27FC236}">
                    <a16:creationId xmlns:a16="http://schemas.microsoft.com/office/drawing/2014/main" id="{C0F3BAC8-B5D3-4762-D2BA-117CFB7FEA6D}"/>
                  </a:ext>
                </a:extLst>
              </p:cNvPr>
              <p:cNvGrpSpPr/>
              <p:nvPr/>
            </p:nvGrpSpPr>
            <p:grpSpPr>
              <a:xfrm>
                <a:off x="9389532" y="6189965"/>
                <a:ext cx="677948" cy="278459"/>
                <a:chOff x="8308975" y="4287937"/>
                <a:chExt cx="898056" cy="457033"/>
              </a:xfrm>
            </p:grpSpPr>
            <p:grpSp>
              <p:nvGrpSpPr>
                <p:cNvPr id="694" name="Group 693">
                  <a:extLst>
                    <a:ext uri="{FF2B5EF4-FFF2-40B4-BE49-F238E27FC236}">
                      <a16:creationId xmlns:a16="http://schemas.microsoft.com/office/drawing/2014/main" id="{294064E5-EEB9-6D38-994F-579B598972E8}"/>
                    </a:ext>
                  </a:extLst>
                </p:cNvPr>
                <p:cNvGrpSpPr/>
                <p:nvPr/>
              </p:nvGrpSpPr>
              <p:grpSpPr>
                <a:xfrm>
                  <a:off x="8308975" y="4287937"/>
                  <a:ext cx="898056" cy="457033"/>
                  <a:chOff x="8308975" y="4287937"/>
                  <a:chExt cx="898056" cy="457033"/>
                </a:xfrm>
              </p:grpSpPr>
              <p:grpSp>
                <p:nvGrpSpPr>
                  <p:cNvPr id="696" name="Group 695">
                    <a:extLst>
                      <a:ext uri="{FF2B5EF4-FFF2-40B4-BE49-F238E27FC236}">
                        <a16:creationId xmlns:a16="http://schemas.microsoft.com/office/drawing/2014/main" id="{684D1B1A-8C0E-5D96-4BE5-CBFB09764CD5}"/>
                      </a:ext>
                    </a:extLst>
                  </p:cNvPr>
                  <p:cNvGrpSpPr/>
                  <p:nvPr/>
                </p:nvGrpSpPr>
                <p:grpSpPr>
                  <a:xfrm>
                    <a:off x="8308975" y="4287937"/>
                    <a:ext cx="898056" cy="457033"/>
                    <a:chOff x="8295992" y="4457716"/>
                    <a:chExt cx="898056" cy="457033"/>
                  </a:xfrm>
                </p:grpSpPr>
                <p:grpSp>
                  <p:nvGrpSpPr>
                    <p:cNvPr id="698" name="Group 697">
                      <a:extLst>
                        <a:ext uri="{FF2B5EF4-FFF2-40B4-BE49-F238E27FC236}">
                          <a16:creationId xmlns:a16="http://schemas.microsoft.com/office/drawing/2014/main" id="{5807D73D-C6F8-72BE-0075-1A26F8FB9E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95992" y="4457716"/>
                      <a:ext cx="898056" cy="457033"/>
                      <a:chOff x="8295992" y="4457716"/>
                      <a:chExt cx="898056" cy="457033"/>
                    </a:xfrm>
                  </p:grpSpPr>
                  <p:grpSp>
                    <p:nvGrpSpPr>
                      <p:cNvPr id="700" name="Group 699">
                        <a:extLst>
                          <a:ext uri="{FF2B5EF4-FFF2-40B4-BE49-F238E27FC236}">
                            <a16:creationId xmlns:a16="http://schemas.microsoft.com/office/drawing/2014/main" id="{2CA38B68-E55F-F371-FF7A-0F6FD21480A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295992" y="4457716"/>
                        <a:ext cx="883966" cy="457033"/>
                        <a:chOff x="8295992" y="4457716"/>
                        <a:chExt cx="883966" cy="457033"/>
                      </a:xfrm>
                    </p:grpSpPr>
                    <p:sp>
                      <p:nvSpPr>
                        <p:cNvPr id="702" name="Pentagon 701">
                          <a:extLst>
                            <a:ext uri="{FF2B5EF4-FFF2-40B4-BE49-F238E27FC236}">
                              <a16:creationId xmlns:a16="http://schemas.microsoft.com/office/drawing/2014/main" id="{103AFCF1-9C79-9222-E399-D714B361EAB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95992" y="4457716"/>
                          <a:ext cx="883966" cy="457033"/>
                        </a:xfrm>
                        <a:prstGeom prst="pentagon">
                          <a:avLst/>
                        </a:prstGeom>
                        <a:solidFill>
                          <a:srgbClr val="7030A0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800" b="1" i="0" u="sng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703" name="Oval 702">
                          <a:extLst>
                            <a:ext uri="{FF2B5EF4-FFF2-40B4-BE49-F238E27FC236}">
                              <a16:creationId xmlns:a16="http://schemas.microsoft.com/office/drawing/2014/main" id="{E2B51DC5-25B3-C968-D598-BE83C46BD55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79890" y="4646985"/>
                          <a:ext cx="89315" cy="100933"/>
                        </a:xfrm>
                        <a:prstGeom prst="ellipse">
                          <a:avLst/>
                        </a:prstGeom>
                        <a:no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701" name="Rectangle 700">
                        <a:extLst>
                          <a:ext uri="{FF2B5EF4-FFF2-40B4-BE49-F238E27FC236}">
                            <a16:creationId xmlns:a16="http://schemas.microsoft.com/office/drawing/2014/main" id="{CF85C355-ADC7-4D01-D6D5-282ADB56DE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26995" y="4747828"/>
                        <a:ext cx="67053" cy="145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699" name="Oval 698">
                      <a:extLst>
                        <a:ext uri="{FF2B5EF4-FFF2-40B4-BE49-F238E27FC236}">
                          <a16:creationId xmlns:a16="http://schemas.microsoft.com/office/drawing/2014/main" id="{62FA4030-C139-DD89-8AF0-45D6E78064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3002" y="4809483"/>
                      <a:ext cx="103329" cy="83380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697" name="Oval 696">
                    <a:extLst>
                      <a:ext uri="{FF2B5EF4-FFF2-40B4-BE49-F238E27FC236}">
                        <a16:creationId xmlns:a16="http://schemas.microsoft.com/office/drawing/2014/main" id="{BC0137A9-EFCB-9842-1373-6F0C7351D823}"/>
                      </a:ext>
                    </a:extLst>
                  </p:cNvPr>
                  <p:cNvSpPr/>
                  <p:nvPr/>
                </p:nvSpPr>
                <p:spPr>
                  <a:xfrm>
                    <a:off x="8523708" y="4488688"/>
                    <a:ext cx="100943" cy="8409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95" name="Rectangle 694">
                  <a:extLst>
                    <a:ext uri="{FF2B5EF4-FFF2-40B4-BE49-F238E27FC236}">
                      <a16:creationId xmlns:a16="http://schemas.microsoft.com/office/drawing/2014/main" id="{60629C3C-AE63-4906-03B3-D89283AB37CC}"/>
                    </a:ext>
                  </a:extLst>
                </p:cNvPr>
                <p:cNvSpPr/>
                <p:nvPr/>
              </p:nvSpPr>
              <p:spPr>
                <a:xfrm>
                  <a:off x="8380238" y="4637689"/>
                  <a:ext cx="130915" cy="8248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93" name="TextBox 692">
                <a:extLst>
                  <a:ext uri="{FF2B5EF4-FFF2-40B4-BE49-F238E27FC236}">
                    <a16:creationId xmlns:a16="http://schemas.microsoft.com/office/drawing/2014/main" id="{9C473449-1213-930C-73F0-DEF43F14CE83}"/>
                  </a:ext>
                </a:extLst>
              </p:cNvPr>
              <p:cNvSpPr txBox="1"/>
              <p:nvPr/>
            </p:nvSpPr>
            <p:spPr>
              <a:xfrm rot="10800000">
                <a:off x="9405571" y="6198790"/>
                <a:ext cx="551723" cy="27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>
                    <a:solidFill>
                      <a:schemeClr val="bg1"/>
                    </a:solidFill>
                  </a:rPr>
                  <a:t>Cognitive Level</a:t>
                </a:r>
              </a:p>
            </p:txBody>
          </p:sp>
        </p:grpSp>
        <p:sp>
          <p:nvSpPr>
            <p:cNvPr id="690" name="Oval 689">
              <a:extLst>
                <a:ext uri="{FF2B5EF4-FFF2-40B4-BE49-F238E27FC236}">
                  <a16:creationId xmlns:a16="http://schemas.microsoft.com/office/drawing/2014/main" id="{14E11974-EC9B-ECE1-88C1-57C520245788}"/>
                </a:ext>
              </a:extLst>
            </p:cNvPr>
            <p:cNvSpPr/>
            <p:nvPr/>
          </p:nvSpPr>
          <p:spPr>
            <a:xfrm>
              <a:off x="9596630" y="6044881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1" name="Oval 690">
              <a:extLst>
                <a:ext uri="{FF2B5EF4-FFF2-40B4-BE49-F238E27FC236}">
                  <a16:creationId xmlns:a16="http://schemas.microsoft.com/office/drawing/2014/main" id="{AF51DDBE-26F0-3230-7B2F-D12DBA48C390}"/>
                </a:ext>
              </a:extLst>
            </p:cNvPr>
            <p:cNvSpPr/>
            <p:nvPr/>
          </p:nvSpPr>
          <p:spPr>
            <a:xfrm>
              <a:off x="9495170" y="6189952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05" name="Group 704">
            <a:extLst>
              <a:ext uri="{FF2B5EF4-FFF2-40B4-BE49-F238E27FC236}">
                <a16:creationId xmlns:a16="http://schemas.microsoft.com/office/drawing/2014/main" id="{D8A49649-2964-B556-FE17-2F6DDBD6B6FE}"/>
              </a:ext>
            </a:extLst>
          </p:cNvPr>
          <p:cNvGrpSpPr/>
          <p:nvPr/>
        </p:nvGrpSpPr>
        <p:grpSpPr>
          <a:xfrm rot="10800000">
            <a:off x="8401111" y="6227049"/>
            <a:ext cx="620037" cy="276021"/>
            <a:chOff x="9433093" y="5999803"/>
            <a:chExt cx="682606" cy="278459"/>
          </a:xfrm>
        </p:grpSpPr>
        <p:grpSp>
          <p:nvGrpSpPr>
            <p:cNvPr id="706" name="Group 705">
              <a:extLst>
                <a:ext uri="{FF2B5EF4-FFF2-40B4-BE49-F238E27FC236}">
                  <a16:creationId xmlns:a16="http://schemas.microsoft.com/office/drawing/2014/main" id="{B7DBCED6-F20E-2D4F-599D-B32DA840FE1C}"/>
                </a:ext>
              </a:extLst>
            </p:cNvPr>
            <p:cNvGrpSpPr/>
            <p:nvPr/>
          </p:nvGrpSpPr>
          <p:grpSpPr>
            <a:xfrm>
              <a:off x="9433093" y="5999803"/>
              <a:ext cx="682606" cy="278459"/>
              <a:chOff x="9388070" y="6189965"/>
              <a:chExt cx="682606" cy="278459"/>
            </a:xfrm>
          </p:grpSpPr>
          <p:grpSp>
            <p:nvGrpSpPr>
              <p:cNvPr id="709" name="Group 708">
                <a:extLst>
                  <a:ext uri="{FF2B5EF4-FFF2-40B4-BE49-F238E27FC236}">
                    <a16:creationId xmlns:a16="http://schemas.microsoft.com/office/drawing/2014/main" id="{30592606-DEF2-E302-2902-5F1572F095BD}"/>
                  </a:ext>
                </a:extLst>
              </p:cNvPr>
              <p:cNvGrpSpPr/>
              <p:nvPr/>
            </p:nvGrpSpPr>
            <p:grpSpPr>
              <a:xfrm>
                <a:off x="9403365" y="6189965"/>
                <a:ext cx="667311" cy="278459"/>
                <a:chOff x="8327303" y="4287937"/>
                <a:chExt cx="883966" cy="457033"/>
              </a:xfrm>
            </p:grpSpPr>
            <p:grpSp>
              <p:nvGrpSpPr>
                <p:cNvPr id="711" name="Group 710">
                  <a:extLst>
                    <a:ext uri="{FF2B5EF4-FFF2-40B4-BE49-F238E27FC236}">
                      <a16:creationId xmlns:a16="http://schemas.microsoft.com/office/drawing/2014/main" id="{B7A2C6D0-6934-6E47-CB7F-0782B7D339EF}"/>
                    </a:ext>
                  </a:extLst>
                </p:cNvPr>
                <p:cNvGrpSpPr/>
                <p:nvPr/>
              </p:nvGrpSpPr>
              <p:grpSpPr>
                <a:xfrm>
                  <a:off x="8327303" y="4287937"/>
                  <a:ext cx="883966" cy="457033"/>
                  <a:chOff x="8327303" y="4287937"/>
                  <a:chExt cx="883966" cy="457033"/>
                </a:xfrm>
              </p:grpSpPr>
              <p:grpSp>
                <p:nvGrpSpPr>
                  <p:cNvPr id="713" name="Group 712">
                    <a:extLst>
                      <a:ext uri="{FF2B5EF4-FFF2-40B4-BE49-F238E27FC236}">
                        <a16:creationId xmlns:a16="http://schemas.microsoft.com/office/drawing/2014/main" id="{7CA38E60-76C1-1736-B5A8-F1F45ED16452}"/>
                      </a:ext>
                    </a:extLst>
                  </p:cNvPr>
                  <p:cNvGrpSpPr/>
                  <p:nvPr/>
                </p:nvGrpSpPr>
                <p:grpSpPr>
                  <a:xfrm>
                    <a:off x="8327303" y="4287937"/>
                    <a:ext cx="883966" cy="457033"/>
                    <a:chOff x="8314320" y="4457716"/>
                    <a:chExt cx="883966" cy="457033"/>
                  </a:xfrm>
                </p:grpSpPr>
                <p:grpSp>
                  <p:nvGrpSpPr>
                    <p:cNvPr id="715" name="Group 714">
                      <a:extLst>
                        <a:ext uri="{FF2B5EF4-FFF2-40B4-BE49-F238E27FC236}">
                          <a16:creationId xmlns:a16="http://schemas.microsoft.com/office/drawing/2014/main" id="{C0028B60-8264-B0B3-46BC-8F6E509673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14320" y="4457716"/>
                      <a:ext cx="883966" cy="457033"/>
                      <a:chOff x="8314320" y="4457716"/>
                      <a:chExt cx="883966" cy="457033"/>
                    </a:xfrm>
                  </p:grpSpPr>
                  <p:grpSp>
                    <p:nvGrpSpPr>
                      <p:cNvPr id="717" name="Group 716">
                        <a:extLst>
                          <a:ext uri="{FF2B5EF4-FFF2-40B4-BE49-F238E27FC236}">
                            <a16:creationId xmlns:a16="http://schemas.microsoft.com/office/drawing/2014/main" id="{AA97A8E6-AA58-D24C-0A74-25455832D73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14320" y="4457716"/>
                        <a:ext cx="883966" cy="457033"/>
                        <a:chOff x="8314320" y="4457716"/>
                        <a:chExt cx="883966" cy="457033"/>
                      </a:xfrm>
                    </p:grpSpPr>
                    <p:sp>
                      <p:nvSpPr>
                        <p:cNvPr id="719" name="Pentagon 718">
                          <a:extLst>
                            <a:ext uri="{FF2B5EF4-FFF2-40B4-BE49-F238E27FC236}">
                              <a16:creationId xmlns:a16="http://schemas.microsoft.com/office/drawing/2014/main" id="{5789D390-7481-FD3E-7ACA-7396AFF66CD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14320" y="4457716"/>
                          <a:ext cx="883966" cy="457033"/>
                        </a:xfrm>
                        <a:prstGeom prst="pentagon">
                          <a:avLst/>
                        </a:prstGeom>
                        <a:solidFill>
                          <a:srgbClr val="7030A0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800" b="1" i="0" u="sng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720" name="Oval 719">
                          <a:extLst>
                            <a:ext uri="{FF2B5EF4-FFF2-40B4-BE49-F238E27FC236}">
                              <a16:creationId xmlns:a16="http://schemas.microsoft.com/office/drawing/2014/main" id="{2A3B060A-E20D-D4BD-DEF9-89A9AEAA452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79890" y="4646985"/>
                          <a:ext cx="89315" cy="100933"/>
                        </a:xfrm>
                        <a:prstGeom prst="ellipse">
                          <a:avLst/>
                        </a:prstGeom>
                        <a:no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718" name="Rectangle 717">
                        <a:extLst>
                          <a:ext uri="{FF2B5EF4-FFF2-40B4-BE49-F238E27FC236}">
                            <a16:creationId xmlns:a16="http://schemas.microsoft.com/office/drawing/2014/main" id="{C9327368-BDE0-BF04-5853-571C3F150C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26995" y="4747828"/>
                        <a:ext cx="67053" cy="145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716" name="Oval 715">
                      <a:extLst>
                        <a:ext uri="{FF2B5EF4-FFF2-40B4-BE49-F238E27FC236}">
                          <a16:creationId xmlns:a16="http://schemas.microsoft.com/office/drawing/2014/main" id="{A1193D26-AEBF-B5B2-20ED-E285B533F2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3002" y="4809483"/>
                      <a:ext cx="103329" cy="83380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714" name="Oval 713">
                    <a:extLst>
                      <a:ext uri="{FF2B5EF4-FFF2-40B4-BE49-F238E27FC236}">
                        <a16:creationId xmlns:a16="http://schemas.microsoft.com/office/drawing/2014/main" id="{F35B018B-B0E7-E904-D32A-E33B275B5973}"/>
                      </a:ext>
                    </a:extLst>
                  </p:cNvPr>
                  <p:cNvSpPr/>
                  <p:nvPr/>
                </p:nvSpPr>
                <p:spPr>
                  <a:xfrm>
                    <a:off x="8523708" y="4488688"/>
                    <a:ext cx="100943" cy="8409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12" name="Rectangle 711">
                  <a:extLst>
                    <a:ext uri="{FF2B5EF4-FFF2-40B4-BE49-F238E27FC236}">
                      <a16:creationId xmlns:a16="http://schemas.microsoft.com/office/drawing/2014/main" id="{145A7BB6-D44A-2F84-4E79-B0625DAB05F8}"/>
                    </a:ext>
                  </a:extLst>
                </p:cNvPr>
                <p:cNvSpPr/>
                <p:nvPr/>
              </p:nvSpPr>
              <p:spPr>
                <a:xfrm>
                  <a:off x="8380238" y="4637689"/>
                  <a:ext cx="130915" cy="8248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10" name="TextBox 709">
                <a:extLst>
                  <a:ext uri="{FF2B5EF4-FFF2-40B4-BE49-F238E27FC236}">
                    <a16:creationId xmlns:a16="http://schemas.microsoft.com/office/drawing/2014/main" id="{5DDE84DF-DAC5-946B-6625-0AFF2AF259F3}"/>
                  </a:ext>
                </a:extLst>
              </p:cNvPr>
              <p:cNvSpPr txBox="1"/>
              <p:nvPr/>
            </p:nvSpPr>
            <p:spPr>
              <a:xfrm rot="10800000">
                <a:off x="9388070" y="6242298"/>
                <a:ext cx="639150" cy="1862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>
                    <a:solidFill>
                      <a:schemeClr val="bg1"/>
                    </a:solidFill>
                  </a:rPr>
                  <a:t>Impairment</a:t>
                </a:r>
              </a:p>
            </p:txBody>
          </p:sp>
        </p:grpSp>
        <p:sp>
          <p:nvSpPr>
            <p:cNvPr id="707" name="Oval 706">
              <a:extLst>
                <a:ext uri="{FF2B5EF4-FFF2-40B4-BE49-F238E27FC236}">
                  <a16:creationId xmlns:a16="http://schemas.microsoft.com/office/drawing/2014/main" id="{E1D72645-4DB8-2396-B7CA-E926FF4E281D}"/>
                </a:ext>
              </a:extLst>
            </p:cNvPr>
            <p:cNvSpPr/>
            <p:nvPr/>
          </p:nvSpPr>
          <p:spPr>
            <a:xfrm>
              <a:off x="9596630" y="6044881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8" name="Oval 707">
              <a:extLst>
                <a:ext uri="{FF2B5EF4-FFF2-40B4-BE49-F238E27FC236}">
                  <a16:creationId xmlns:a16="http://schemas.microsoft.com/office/drawing/2014/main" id="{1BA03E4B-7D42-981F-EA6D-AE72B32926D3}"/>
                </a:ext>
              </a:extLst>
            </p:cNvPr>
            <p:cNvSpPr/>
            <p:nvPr/>
          </p:nvSpPr>
          <p:spPr>
            <a:xfrm>
              <a:off x="9495170" y="6189952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4" name="Straight Arrow Connector 513">
            <a:extLst>
              <a:ext uri="{FF2B5EF4-FFF2-40B4-BE49-F238E27FC236}">
                <a16:creationId xmlns:a16="http://schemas.microsoft.com/office/drawing/2014/main" id="{DC346EE7-9538-D4DE-7C6F-16D6EC3CCC4B}"/>
              </a:ext>
            </a:extLst>
          </p:cNvPr>
          <p:cNvCxnSpPr>
            <a:cxnSpLocks/>
          </p:cNvCxnSpPr>
          <p:nvPr/>
        </p:nvCxnSpPr>
        <p:spPr>
          <a:xfrm flipH="1" flipV="1">
            <a:off x="9250113" y="6050792"/>
            <a:ext cx="1129" cy="1179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9" name="Straight Arrow Connector 738">
            <a:extLst>
              <a:ext uri="{FF2B5EF4-FFF2-40B4-BE49-F238E27FC236}">
                <a16:creationId xmlns:a16="http://schemas.microsoft.com/office/drawing/2014/main" id="{5D892B2D-3002-FAF3-70DC-EBE30ED37E5E}"/>
              </a:ext>
            </a:extLst>
          </p:cNvPr>
          <p:cNvCxnSpPr>
            <a:cxnSpLocks/>
          </p:cNvCxnSpPr>
          <p:nvPr/>
        </p:nvCxnSpPr>
        <p:spPr>
          <a:xfrm flipH="1" flipV="1">
            <a:off x="9470268" y="6279330"/>
            <a:ext cx="111045" cy="500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3" name="Straight Arrow Connector 742">
            <a:extLst>
              <a:ext uri="{FF2B5EF4-FFF2-40B4-BE49-F238E27FC236}">
                <a16:creationId xmlns:a16="http://schemas.microsoft.com/office/drawing/2014/main" id="{867BB0AC-0325-449C-1E04-FBF2EAD57250}"/>
              </a:ext>
            </a:extLst>
          </p:cNvPr>
          <p:cNvCxnSpPr>
            <a:cxnSpLocks/>
          </p:cNvCxnSpPr>
          <p:nvPr/>
        </p:nvCxnSpPr>
        <p:spPr>
          <a:xfrm flipV="1">
            <a:off x="9251865" y="6338526"/>
            <a:ext cx="0" cy="1308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5" name="Straight Arrow Connector 744">
            <a:extLst>
              <a:ext uri="{FF2B5EF4-FFF2-40B4-BE49-F238E27FC236}">
                <a16:creationId xmlns:a16="http://schemas.microsoft.com/office/drawing/2014/main" id="{8B27FB53-8E35-3BC9-2E8A-F29EB0F3C4C6}"/>
              </a:ext>
            </a:extLst>
          </p:cNvPr>
          <p:cNvCxnSpPr>
            <a:cxnSpLocks/>
          </p:cNvCxnSpPr>
          <p:nvPr/>
        </p:nvCxnSpPr>
        <p:spPr>
          <a:xfrm flipV="1">
            <a:off x="8884289" y="6276201"/>
            <a:ext cx="146980" cy="393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2" name="TextBox 271">
            <a:extLst>
              <a:ext uri="{FF2B5EF4-FFF2-40B4-BE49-F238E27FC236}">
                <a16:creationId xmlns:a16="http://schemas.microsoft.com/office/drawing/2014/main" id="{E8C9DFCC-3DC9-6B90-6D00-E77F9A8F1B53}"/>
              </a:ext>
            </a:extLst>
          </p:cNvPr>
          <p:cNvSpPr txBox="1"/>
          <p:nvPr/>
        </p:nvSpPr>
        <p:spPr>
          <a:xfrm>
            <a:off x="9172512" y="5573013"/>
            <a:ext cx="4146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has</a:t>
            </a:r>
            <a:endParaRPr lang="en-US" sz="500" i="1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qualifier</a:t>
            </a:r>
          </a:p>
        </p:txBody>
      </p:sp>
      <p:sp>
        <p:nvSpPr>
          <p:cNvPr id="754" name="TextBox 753">
            <a:extLst>
              <a:ext uri="{FF2B5EF4-FFF2-40B4-BE49-F238E27FC236}">
                <a16:creationId xmlns:a16="http://schemas.microsoft.com/office/drawing/2014/main" id="{71D46A04-F335-620E-F48F-5F83F64D3B23}"/>
              </a:ext>
            </a:extLst>
          </p:cNvPr>
          <p:cNvSpPr txBox="1"/>
          <p:nvPr/>
        </p:nvSpPr>
        <p:spPr>
          <a:xfrm>
            <a:off x="4874514" y="3704307"/>
            <a:ext cx="3883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uses</a:t>
            </a:r>
          </a:p>
        </p:txBody>
      </p:sp>
      <p:cxnSp>
        <p:nvCxnSpPr>
          <p:cNvPr id="757" name="Connector: Elbow 756">
            <a:extLst>
              <a:ext uri="{FF2B5EF4-FFF2-40B4-BE49-F238E27FC236}">
                <a16:creationId xmlns:a16="http://schemas.microsoft.com/office/drawing/2014/main" id="{F276EFE9-51E5-64DB-C011-0BD39FA3098E}"/>
              </a:ext>
            </a:extLst>
          </p:cNvPr>
          <p:cNvCxnSpPr>
            <a:cxnSpLocks/>
            <a:stCxn id="607" idx="3"/>
            <a:endCxn id="452" idx="2"/>
          </p:cNvCxnSpPr>
          <p:nvPr/>
        </p:nvCxnSpPr>
        <p:spPr>
          <a:xfrm flipV="1">
            <a:off x="4733157" y="3592884"/>
            <a:ext cx="4009256" cy="1028010"/>
          </a:xfrm>
          <a:prstGeom prst="bentConnector2">
            <a:avLst/>
          </a:prstGeom>
          <a:ln w="12700">
            <a:solidFill>
              <a:srgbClr val="385B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3" name="Rectangle: Rounded Corners 762">
            <a:extLst>
              <a:ext uri="{FF2B5EF4-FFF2-40B4-BE49-F238E27FC236}">
                <a16:creationId xmlns:a16="http://schemas.microsoft.com/office/drawing/2014/main" id="{5DADB0D5-8FF3-377D-30F2-CE0462233E38}"/>
              </a:ext>
            </a:extLst>
          </p:cNvPr>
          <p:cNvSpPr/>
          <p:nvPr/>
        </p:nvSpPr>
        <p:spPr>
          <a:xfrm>
            <a:off x="8321413" y="21199"/>
            <a:ext cx="798430" cy="254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u="sng">
                <a:solidFill>
                  <a:prstClr val="black"/>
                </a:solidFill>
                <a:latin typeface="Calibri" panose="020F0502020204030204"/>
              </a:rPr>
              <a:t>Human-being</a:t>
            </a:r>
            <a:endParaRPr kumimoji="0" lang="en-US" sz="800" b="1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64" name="Connector: Elbow 763">
            <a:extLst>
              <a:ext uri="{FF2B5EF4-FFF2-40B4-BE49-F238E27FC236}">
                <a16:creationId xmlns:a16="http://schemas.microsoft.com/office/drawing/2014/main" id="{D9D1CEB6-FEAD-152B-7439-8D12ABD45866}"/>
              </a:ext>
            </a:extLst>
          </p:cNvPr>
          <p:cNvCxnSpPr>
            <a:cxnSpLocks/>
            <a:stCxn id="570" idx="0"/>
            <a:endCxn id="763" idx="1"/>
          </p:cNvCxnSpPr>
          <p:nvPr/>
        </p:nvCxnSpPr>
        <p:spPr>
          <a:xfrm rot="5400000" flipH="1" flipV="1">
            <a:off x="7972931" y="-132991"/>
            <a:ext cx="67037" cy="62992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1" name="TextBox 770">
            <a:extLst>
              <a:ext uri="{FF2B5EF4-FFF2-40B4-BE49-F238E27FC236}">
                <a16:creationId xmlns:a16="http://schemas.microsoft.com/office/drawing/2014/main" id="{82ED0545-C13B-45B4-78A8-7ADA123ABC12}"/>
              </a:ext>
            </a:extLst>
          </p:cNvPr>
          <p:cNvSpPr txBox="1"/>
          <p:nvPr/>
        </p:nvSpPr>
        <p:spPr>
          <a:xfrm>
            <a:off x="5369136" y="848666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/>
              <a:t>provides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26C4BDA-05CD-C3CE-B92B-01D9E5DD8DBC}"/>
              </a:ext>
            </a:extLst>
          </p:cNvPr>
          <p:cNvGrpSpPr/>
          <p:nvPr/>
        </p:nvGrpSpPr>
        <p:grpSpPr>
          <a:xfrm>
            <a:off x="72676" y="65891"/>
            <a:ext cx="1332991" cy="2917046"/>
            <a:chOff x="1657025" y="102103"/>
            <a:chExt cx="1332991" cy="2917046"/>
          </a:xfrm>
        </p:grpSpPr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FC7B48B0-AFC9-65CB-0BE2-8761B1632733}"/>
                </a:ext>
              </a:extLst>
            </p:cNvPr>
            <p:cNvSpPr/>
            <p:nvPr/>
          </p:nvSpPr>
          <p:spPr>
            <a:xfrm>
              <a:off x="1657025" y="102103"/>
              <a:ext cx="1332991" cy="2917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74ADEB01-1EEF-37D3-CBBD-E4357C90E284}"/>
                </a:ext>
              </a:extLst>
            </p:cNvPr>
            <p:cNvSpPr/>
            <p:nvPr/>
          </p:nvSpPr>
          <p:spPr>
            <a:xfrm>
              <a:off x="1680385" y="124935"/>
              <a:ext cx="1269521" cy="28366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89544E10-B65E-1464-3888-66FE944090A3}"/>
                </a:ext>
              </a:extLst>
            </p:cNvPr>
            <p:cNvSpPr/>
            <p:nvPr/>
          </p:nvSpPr>
          <p:spPr>
            <a:xfrm>
              <a:off x="1730554" y="156967"/>
              <a:ext cx="1176394" cy="25632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0B593F25-76F4-6535-451E-18976238A68D}"/>
                </a:ext>
              </a:extLst>
            </p:cNvPr>
            <p:cNvSpPr txBox="1"/>
            <p:nvPr/>
          </p:nvSpPr>
          <p:spPr>
            <a:xfrm>
              <a:off x="1729364" y="2752012"/>
              <a:ext cx="116076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i="1">
                  <a:solidFill>
                    <a:schemeClr val="bg1"/>
                  </a:solidFill>
                </a:rPr>
                <a:t>relation legend</a:t>
              </a:r>
            </a:p>
          </p:txBody>
        </p:sp>
        <p:cxnSp>
          <p:nvCxnSpPr>
            <p:cNvPr id="351" name="Straight Arrow Connector 350">
              <a:extLst>
                <a:ext uri="{FF2B5EF4-FFF2-40B4-BE49-F238E27FC236}">
                  <a16:creationId xmlns:a16="http://schemas.microsoft.com/office/drawing/2014/main" id="{46710024-BBF4-6EDA-E00C-D522C73DCC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4236" y="534518"/>
              <a:ext cx="802317" cy="616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Arrow Connector 351">
              <a:extLst>
                <a:ext uri="{FF2B5EF4-FFF2-40B4-BE49-F238E27FC236}">
                  <a16:creationId xmlns:a16="http://schemas.microsoft.com/office/drawing/2014/main" id="{218CF1D6-7FA2-7678-92A6-21CA596C50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4865" y="317645"/>
              <a:ext cx="811366" cy="32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Arrow Connector 352">
              <a:extLst>
                <a:ext uri="{FF2B5EF4-FFF2-40B4-BE49-F238E27FC236}">
                  <a16:creationId xmlns:a16="http://schemas.microsoft.com/office/drawing/2014/main" id="{08B7C872-3C7B-EA23-2C81-640D32AA8F89}"/>
                </a:ext>
              </a:extLst>
            </p:cNvPr>
            <p:cNvCxnSpPr>
              <a:cxnSpLocks/>
            </p:cNvCxnSpPr>
            <p:nvPr/>
          </p:nvCxnSpPr>
          <p:spPr>
            <a:xfrm>
              <a:off x="1924865" y="763752"/>
              <a:ext cx="811366" cy="0"/>
            </a:xfrm>
            <a:prstGeom prst="straightConnector1">
              <a:avLst/>
            </a:prstGeom>
            <a:ln w="38100" cmpd="dbl">
              <a:solidFill>
                <a:srgbClr val="002060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Arrow Connector 353">
              <a:extLst>
                <a:ext uri="{FF2B5EF4-FFF2-40B4-BE49-F238E27FC236}">
                  <a16:creationId xmlns:a16="http://schemas.microsoft.com/office/drawing/2014/main" id="{B49EACCF-7F02-C87F-703D-E575B83B9F97}"/>
                </a:ext>
              </a:extLst>
            </p:cNvPr>
            <p:cNvCxnSpPr>
              <a:cxnSpLocks/>
            </p:cNvCxnSpPr>
            <p:nvPr/>
          </p:nvCxnSpPr>
          <p:spPr>
            <a:xfrm>
              <a:off x="1931410" y="967993"/>
              <a:ext cx="801555" cy="0"/>
            </a:xfrm>
            <a:prstGeom prst="straightConnector1">
              <a:avLst/>
            </a:prstGeom>
            <a:ln w="38100" cmpd="dbl">
              <a:solidFill>
                <a:schemeClr val="accent2">
                  <a:lumMod val="60000"/>
                  <a:lumOff val="4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Arrow Connector 354">
              <a:extLst>
                <a:ext uri="{FF2B5EF4-FFF2-40B4-BE49-F238E27FC236}">
                  <a16:creationId xmlns:a16="http://schemas.microsoft.com/office/drawing/2014/main" id="{1F2763BC-3E9E-B183-88FA-47326E128FB0}"/>
                </a:ext>
              </a:extLst>
            </p:cNvPr>
            <p:cNvCxnSpPr>
              <a:cxnSpLocks/>
            </p:cNvCxnSpPr>
            <p:nvPr/>
          </p:nvCxnSpPr>
          <p:spPr>
            <a:xfrm>
              <a:off x="1891065" y="1225989"/>
              <a:ext cx="811675" cy="4022"/>
            </a:xfrm>
            <a:prstGeom prst="straightConnector1">
              <a:avLst/>
            </a:prstGeom>
            <a:ln w="38100">
              <a:solidFill>
                <a:srgbClr val="C55A1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Arrow Connector 355">
              <a:extLst>
                <a:ext uri="{FF2B5EF4-FFF2-40B4-BE49-F238E27FC236}">
                  <a16:creationId xmlns:a16="http://schemas.microsoft.com/office/drawing/2014/main" id="{2C4C6174-B17A-E0BB-A5C3-92D0BE887D58}"/>
                </a:ext>
              </a:extLst>
            </p:cNvPr>
            <p:cNvCxnSpPr>
              <a:cxnSpLocks/>
            </p:cNvCxnSpPr>
            <p:nvPr/>
          </p:nvCxnSpPr>
          <p:spPr>
            <a:xfrm>
              <a:off x="1909562" y="1698491"/>
              <a:ext cx="795183" cy="0"/>
            </a:xfrm>
            <a:prstGeom prst="straightConnector1">
              <a:avLst/>
            </a:prstGeom>
            <a:ln w="28575">
              <a:solidFill>
                <a:srgbClr val="7030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Arrow Connector 357">
              <a:extLst>
                <a:ext uri="{FF2B5EF4-FFF2-40B4-BE49-F238E27FC236}">
                  <a16:creationId xmlns:a16="http://schemas.microsoft.com/office/drawing/2014/main" id="{65A4F91D-1C58-B802-8318-ADBA05DA1339}"/>
                </a:ext>
              </a:extLst>
            </p:cNvPr>
            <p:cNvCxnSpPr>
              <a:cxnSpLocks/>
            </p:cNvCxnSpPr>
            <p:nvPr/>
          </p:nvCxnSpPr>
          <p:spPr>
            <a:xfrm>
              <a:off x="1902506" y="2139432"/>
              <a:ext cx="795183" cy="0"/>
            </a:xfrm>
            <a:prstGeom prst="straightConnector1">
              <a:avLst/>
            </a:prstGeom>
            <a:ln w="19050">
              <a:solidFill>
                <a:srgbClr val="7030A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Arrow Connector 358">
              <a:extLst>
                <a:ext uri="{FF2B5EF4-FFF2-40B4-BE49-F238E27FC236}">
                  <a16:creationId xmlns:a16="http://schemas.microsoft.com/office/drawing/2014/main" id="{79AA6607-E0BF-36E8-AB00-895CBD5B4014}"/>
                </a:ext>
              </a:extLst>
            </p:cNvPr>
            <p:cNvCxnSpPr>
              <a:cxnSpLocks/>
            </p:cNvCxnSpPr>
            <p:nvPr/>
          </p:nvCxnSpPr>
          <p:spPr>
            <a:xfrm>
              <a:off x="1924031" y="1474593"/>
              <a:ext cx="780714" cy="0"/>
            </a:xfrm>
            <a:prstGeom prst="straightConnector1">
              <a:avLst/>
            </a:prstGeom>
            <a:ln w="12700">
              <a:solidFill>
                <a:srgbClr val="00B05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80569E19-B776-2FFF-38E1-957C0E081AA3}"/>
                </a:ext>
              </a:extLst>
            </p:cNvPr>
            <p:cNvSpPr txBox="1"/>
            <p:nvPr/>
          </p:nvSpPr>
          <p:spPr>
            <a:xfrm>
              <a:off x="1943345" y="353047"/>
              <a:ext cx="80884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part_of</a:t>
              </a: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C1F70A6F-FC49-1BB0-4A4A-E5930E85FD9C}"/>
                </a:ext>
              </a:extLst>
            </p:cNvPr>
            <p:cNvSpPr txBox="1"/>
            <p:nvPr/>
          </p:nvSpPr>
          <p:spPr>
            <a:xfrm>
              <a:off x="1936669" y="134021"/>
              <a:ext cx="8023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is_a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15F07C80-DE2D-12B6-CF75-60B82B34AE16}"/>
                </a:ext>
              </a:extLst>
            </p:cNvPr>
            <p:cNvSpPr txBox="1"/>
            <p:nvPr/>
          </p:nvSpPr>
          <p:spPr>
            <a:xfrm>
              <a:off x="1941625" y="581983"/>
              <a:ext cx="80884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i="1">
                  <a:solidFill>
                    <a:prstClr val="black"/>
                  </a:solidFill>
                  <a:latin typeface="Calibri" panose="020F0502020204030204"/>
                </a:rPr>
                <a:t>is_a &amp; part_of</a:t>
              </a:r>
              <a:endPara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B923DCDB-36C1-F056-DCEE-A50BF8FFB920}"/>
                </a:ext>
              </a:extLst>
            </p:cNvPr>
            <p:cNvSpPr txBox="1"/>
            <p:nvPr/>
          </p:nvSpPr>
          <p:spPr>
            <a:xfrm>
              <a:off x="1937668" y="789018"/>
              <a:ext cx="73410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i="1">
                  <a:solidFill>
                    <a:prstClr val="black"/>
                  </a:solidFill>
                  <a:latin typeface="Calibri" panose="020F0502020204030204"/>
                </a:rPr>
                <a:t>has-qualifier</a:t>
              </a:r>
              <a:endPara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79805E51-F7B2-E524-B75D-7471FFF9F486}"/>
                </a:ext>
              </a:extLst>
            </p:cNvPr>
            <p:cNvSpPr txBox="1"/>
            <p:nvPr/>
          </p:nvSpPr>
          <p:spPr>
            <a:xfrm>
              <a:off x="1917242" y="1051765"/>
              <a:ext cx="80884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provides</a:t>
              </a:r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40204D1B-648B-37F1-F54F-53BF706D3AA1}"/>
                </a:ext>
              </a:extLst>
            </p:cNvPr>
            <p:cNvSpPr txBox="1"/>
            <p:nvPr/>
          </p:nvSpPr>
          <p:spPr>
            <a:xfrm>
              <a:off x="1969931" y="1294718"/>
              <a:ext cx="89347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i="1" dirty="0">
                  <a:solidFill>
                    <a:prstClr val="black"/>
                  </a:solidFill>
                  <a:latin typeface="Calibri" panose="020F0502020204030204"/>
                </a:rPr>
                <a:t>bearer of</a:t>
              </a:r>
              <a:endPara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51FCD7A6-6F23-6BAF-3EC1-7C25DDB621BC}"/>
                </a:ext>
              </a:extLst>
            </p:cNvPr>
            <p:cNvSpPr txBox="1"/>
            <p:nvPr/>
          </p:nvSpPr>
          <p:spPr>
            <a:xfrm>
              <a:off x="1919192" y="1512802"/>
              <a:ext cx="80884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i="1">
                  <a:solidFill>
                    <a:prstClr val="black"/>
                  </a:solidFill>
                  <a:latin typeface="Calibri" panose="020F0502020204030204"/>
                </a:rPr>
                <a:t>integrates</a:t>
              </a:r>
              <a:endPara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4CDD56EA-DEB6-65F8-9503-BE85450CD152}"/>
                </a:ext>
              </a:extLst>
            </p:cNvPr>
            <p:cNvSpPr txBox="1"/>
            <p:nvPr/>
          </p:nvSpPr>
          <p:spPr>
            <a:xfrm>
              <a:off x="2098268" y="1955073"/>
              <a:ext cx="75526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i="1">
                  <a:solidFill>
                    <a:prstClr val="black"/>
                  </a:solidFill>
                  <a:latin typeface="Calibri" panose="020F0502020204030204"/>
                </a:rPr>
                <a:t>realizes</a:t>
              </a:r>
              <a:endParaRPr kumimoji="0" lang="en-US" sz="7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286AC725-5E82-0ED9-E797-27593F1DF52B}"/>
                </a:ext>
              </a:extLst>
            </p:cNvPr>
            <p:cNvSpPr txBox="1"/>
            <p:nvPr/>
          </p:nvSpPr>
          <p:spPr>
            <a:xfrm>
              <a:off x="1752561" y="2154260"/>
              <a:ext cx="10279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i="1" err="1">
                  <a:solidFill>
                    <a:prstClr val="black"/>
                  </a:solidFill>
                  <a:latin typeface="Calibri" panose="020F0502020204030204"/>
                </a:rPr>
                <a:t>processed_by</a:t>
              </a:r>
              <a:endParaRPr kumimoji="0" lang="en-US" sz="7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70" name="Straight Arrow Connector 369">
              <a:extLst>
                <a:ext uri="{FF2B5EF4-FFF2-40B4-BE49-F238E27FC236}">
                  <a16:creationId xmlns:a16="http://schemas.microsoft.com/office/drawing/2014/main" id="{86C7A21F-4D92-881F-7759-168C59596CC4}"/>
                </a:ext>
              </a:extLst>
            </p:cNvPr>
            <p:cNvCxnSpPr>
              <a:cxnSpLocks/>
            </p:cNvCxnSpPr>
            <p:nvPr/>
          </p:nvCxnSpPr>
          <p:spPr>
            <a:xfrm>
              <a:off x="1887377" y="2318255"/>
              <a:ext cx="79518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0BC595E2-F6B8-0017-0F1A-DF55A031ED1C}"/>
                </a:ext>
              </a:extLst>
            </p:cNvPr>
            <p:cNvSpPr txBox="1"/>
            <p:nvPr/>
          </p:nvSpPr>
          <p:spPr>
            <a:xfrm>
              <a:off x="1713051" y="2511010"/>
              <a:ext cx="10279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i="1">
                  <a:solidFill>
                    <a:prstClr val="black"/>
                  </a:solidFill>
                  <a:latin typeface="Calibri" panose="020F0502020204030204"/>
                </a:rPr>
                <a:t>observes</a:t>
              </a:r>
              <a:endParaRPr kumimoji="0" lang="en-US" sz="7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10" name="Straight Arrow Connector 409">
              <a:extLst>
                <a:ext uri="{FF2B5EF4-FFF2-40B4-BE49-F238E27FC236}">
                  <a16:creationId xmlns:a16="http://schemas.microsoft.com/office/drawing/2014/main" id="{E4981D02-25ED-F3D9-87ED-693002C736FE}"/>
                </a:ext>
              </a:extLst>
            </p:cNvPr>
            <p:cNvCxnSpPr>
              <a:cxnSpLocks/>
            </p:cNvCxnSpPr>
            <p:nvPr/>
          </p:nvCxnSpPr>
          <p:spPr>
            <a:xfrm>
              <a:off x="1857057" y="2675005"/>
              <a:ext cx="795183" cy="0"/>
            </a:xfrm>
            <a:prstGeom prst="straightConnector1">
              <a:avLst/>
            </a:prstGeom>
            <a:ln w="19050">
              <a:solidFill>
                <a:srgbClr val="BF9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69" name="TextBox 768">
              <a:extLst>
                <a:ext uri="{FF2B5EF4-FFF2-40B4-BE49-F238E27FC236}">
                  <a16:creationId xmlns:a16="http://schemas.microsoft.com/office/drawing/2014/main" id="{D8CC8A69-0E9E-4FE9-A689-EF5B69731F7F}"/>
                </a:ext>
              </a:extLst>
            </p:cNvPr>
            <p:cNvSpPr txBox="1"/>
            <p:nvPr/>
          </p:nvSpPr>
          <p:spPr>
            <a:xfrm>
              <a:off x="2032785" y="1732956"/>
              <a:ext cx="80884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i="1">
                  <a:solidFill>
                    <a:prstClr val="black"/>
                  </a:solidFill>
                  <a:latin typeface="Calibri" panose="020F0502020204030204"/>
                </a:rPr>
                <a:t>uses</a:t>
              </a:r>
              <a:endPara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70" name="Straight Arrow Connector 769">
              <a:extLst>
                <a:ext uri="{FF2B5EF4-FFF2-40B4-BE49-F238E27FC236}">
                  <a16:creationId xmlns:a16="http://schemas.microsoft.com/office/drawing/2014/main" id="{F4360B5B-74BF-EDFA-B257-F6C922977E4A}"/>
                </a:ext>
              </a:extLst>
            </p:cNvPr>
            <p:cNvCxnSpPr>
              <a:cxnSpLocks/>
            </p:cNvCxnSpPr>
            <p:nvPr/>
          </p:nvCxnSpPr>
          <p:spPr>
            <a:xfrm>
              <a:off x="1892677" y="1918693"/>
              <a:ext cx="811099" cy="0"/>
            </a:xfrm>
            <a:prstGeom prst="straightConnector1">
              <a:avLst/>
            </a:prstGeom>
            <a:ln w="28575" cmpd="thickThin">
              <a:solidFill>
                <a:srgbClr val="51838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2" name="TextBox 771">
              <a:extLst>
                <a:ext uri="{FF2B5EF4-FFF2-40B4-BE49-F238E27FC236}">
                  <a16:creationId xmlns:a16="http://schemas.microsoft.com/office/drawing/2014/main" id="{5B675B50-4323-CA80-8E28-71DFAEE90248}"/>
                </a:ext>
              </a:extLst>
            </p:cNvPr>
            <p:cNvSpPr txBox="1"/>
            <p:nvPr/>
          </p:nvSpPr>
          <p:spPr>
            <a:xfrm>
              <a:off x="1978181" y="2325374"/>
              <a:ext cx="57283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00">
                  <a:solidFill>
                    <a:prstClr val="black"/>
                  </a:solidFill>
                  <a:latin typeface="Calibri" panose="020F0502020204030204"/>
                </a:rPr>
                <a:t>experience</a:t>
              </a: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73" name="Straight Arrow Connector 772">
              <a:extLst>
                <a:ext uri="{FF2B5EF4-FFF2-40B4-BE49-F238E27FC236}">
                  <a16:creationId xmlns:a16="http://schemas.microsoft.com/office/drawing/2014/main" id="{1313C545-8EC2-C4F9-0A4E-1253DD94FABC}"/>
                </a:ext>
              </a:extLst>
            </p:cNvPr>
            <p:cNvCxnSpPr>
              <a:cxnSpLocks/>
            </p:cNvCxnSpPr>
            <p:nvPr/>
          </p:nvCxnSpPr>
          <p:spPr>
            <a:xfrm>
              <a:off x="1897885" y="2499381"/>
              <a:ext cx="770283" cy="0"/>
            </a:xfrm>
            <a:prstGeom prst="straightConnector1">
              <a:avLst/>
            </a:prstGeom>
            <a:ln w="19050">
              <a:solidFill>
                <a:schemeClr val="bg2">
                  <a:lumMod val="2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EA780AF-5921-FBA0-75B4-060B49C9FA0D}"/>
              </a:ext>
            </a:extLst>
          </p:cNvPr>
          <p:cNvCxnSpPr>
            <a:cxnSpLocks/>
            <a:endCxn id="260" idx="0"/>
          </p:cNvCxnSpPr>
          <p:nvPr/>
        </p:nvCxnSpPr>
        <p:spPr>
          <a:xfrm rot="5400000">
            <a:off x="11305093" y="1950460"/>
            <a:ext cx="614739" cy="74251"/>
          </a:xfrm>
          <a:prstGeom prst="bentConnector3">
            <a:avLst>
              <a:gd name="adj1" fmla="val 50000"/>
            </a:avLst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B630DF9-D02F-8482-539B-A0F05257FB77}"/>
              </a:ext>
            </a:extLst>
          </p:cNvPr>
          <p:cNvSpPr/>
          <p:nvPr/>
        </p:nvSpPr>
        <p:spPr>
          <a:xfrm>
            <a:off x="5352656" y="3902130"/>
            <a:ext cx="463863" cy="68092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1" u="sng" dirty="0">
                <a:solidFill>
                  <a:schemeClr val="bg1"/>
                </a:solidFill>
                <a:latin typeface="Calibri" panose="020F0502020204030204"/>
              </a:rPr>
              <a:t>Process</a:t>
            </a:r>
            <a:endParaRPr kumimoji="0" lang="en-US" sz="8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C7F6879-450F-DEAB-3CB4-3FC3FB040CF1}"/>
              </a:ext>
            </a:extLst>
          </p:cNvPr>
          <p:cNvCxnSpPr>
            <a:cxnSpLocks/>
          </p:cNvCxnSpPr>
          <p:nvPr/>
        </p:nvCxnSpPr>
        <p:spPr>
          <a:xfrm flipV="1">
            <a:off x="5591695" y="3962850"/>
            <a:ext cx="0" cy="989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082F3E03-2A09-0F91-BA59-59E34B43630A}"/>
              </a:ext>
            </a:extLst>
          </p:cNvPr>
          <p:cNvCxnSpPr>
            <a:cxnSpLocks/>
            <a:stCxn id="589" idx="0"/>
          </p:cNvCxnSpPr>
          <p:nvPr/>
        </p:nvCxnSpPr>
        <p:spPr>
          <a:xfrm flipV="1">
            <a:off x="5603613" y="4160961"/>
            <a:ext cx="0" cy="989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597E5F9-DB81-56B7-7FEE-5956F53661BD}"/>
              </a:ext>
            </a:extLst>
          </p:cNvPr>
          <p:cNvCxnSpPr/>
          <p:nvPr/>
        </p:nvCxnSpPr>
        <p:spPr>
          <a:xfrm>
            <a:off x="4742589" y="4529015"/>
            <a:ext cx="45073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183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E2FDF-82A4-27BD-DEC2-8A0CBF1A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ontent Placeholder 2">
            <a:extLst>
              <a:ext uri="{FF2B5EF4-FFF2-40B4-BE49-F238E27FC236}">
                <a16:creationId xmlns:a16="http://schemas.microsoft.com/office/drawing/2014/main" id="{A3456045-D74D-5B38-0457-C604C9D7CDCF}"/>
              </a:ext>
            </a:extLst>
          </p:cNvPr>
          <p:cNvSpPr txBox="1">
            <a:spLocks/>
          </p:cNvSpPr>
          <p:nvPr/>
        </p:nvSpPr>
        <p:spPr>
          <a:xfrm>
            <a:off x="6488555" y="1160694"/>
            <a:ext cx="2483130" cy="2463718"/>
          </a:xfrm>
          <a:prstGeom prst="rect">
            <a:avLst/>
          </a:prstGeom>
          <a:solidFill>
            <a:srgbClr val="EFE5F7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97BA1D3A-55D0-9770-FE03-BC33295EA135}"/>
              </a:ext>
            </a:extLst>
          </p:cNvPr>
          <p:cNvSpPr/>
          <p:nvPr/>
        </p:nvSpPr>
        <p:spPr>
          <a:xfrm>
            <a:off x="2366127" y="1169473"/>
            <a:ext cx="4187880" cy="2457026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u="sng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FE7D8A3-E9A2-7EC4-FAD1-36C72430B0F5}"/>
              </a:ext>
            </a:extLst>
          </p:cNvPr>
          <p:cNvCxnSpPr>
            <a:cxnSpLocks/>
          </p:cNvCxnSpPr>
          <p:nvPr/>
        </p:nvCxnSpPr>
        <p:spPr>
          <a:xfrm>
            <a:off x="6559491" y="1468747"/>
            <a:ext cx="0" cy="2155665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54066A-8E3E-494A-C4E9-86737E9EC7B8}"/>
              </a:ext>
            </a:extLst>
          </p:cNvPr>
          <p:cNvCxnSpPr>
            <a:cxnSpLocks/>
          </p:cNvCxnSpPr>
          <p:nvPr/>
        </p:nvCxnSpPr>
        <p:spPr>
          <a:xfrm>
            <a:off x="2366127" y="1468747"/>
            <a:ext cx="6626498" cy="990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29041C9-47F8-7B9E-F4AC-6AF084ACF624}"/>
              </a:ext>
            </a:extLst>
          </p:cNvPr>
          <p:cNvSpPr/>
          <p:nvPr/>
        </p:nvSpPr>
        <p:spPr>
          <a:xfrm>
            <a:off x="4993118" y="3109627"/>
            <a:ext cx="888480" cy="319373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Mental Functioning</a:t>
            </a:r>
          </a:p>
        </p:txBody>
      </p:sp>
      <p:sp>
        <p:nvSpPr>
          <p:cNvPr id="311" name="Rectangle: Rounded Corners 310">
            <a:extLst>
              <a:ext uri="{FF2B5EF4-FFF2-40B4-BE49-F238E27FC236}">
                <a16:creationId xmlns:a16="http://schemas.microsoft.com/office/drawing/2014/main" id="{B32FD2B6-4708-0EF9-7F7F-699CE26A9E02}"/>
              </a:ext>
            </a:extLst>
          </p:cNvPr>
          <p:cNvSpPr/>
          <p:nvPr/>
        </p:nvSpPr>
        <p:spPr>
          <a:xfrm>
            <a:off x="7954120" y="2949146"/>
            <a:ext cx="854273" cy="402357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Body Functions</a:t>
            </a: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18E3DD1F-DA95-9CA3-0A52-ACABE37A5920}"/>
              </a:ext>
            </a:extLst>
          </p:cNvPr>
          <p:cNvSpPr txBox="1"/>
          <p:nvPr/>
        </p:nvSpPr>
        <p:spPr>
          <a:xfrm>
            <a:off x="4442084" y="2416633"/>
            <a:ext cx="5191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prstClr val="black"/>
                </a:solidFill>
                <a:latin typeface="Calibri" panose="020F0502020204030204"/>
              </a:rPr>
              <a:t>is-a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2" name="Oval 511">
            <a:extLst>
              <a:ext uri="{FF2B5EF4-FFF2-40B4-BE49-F238E27FC236}">
                <a16:creationId xmlns:a16="http://schemas.microsoft.com/office/drawing/2014/main" id="{91CC78FF-FCEA-69EA-284F-5B57F6946462}"/>
              </a:ext>
            </a:extLst>
          </p:cNvPr>
          <p:cNvSpPr/>
          <p:nvPr/>
        </p:nvSpPr>
        <p:spPr>
          <a:xfrm>
            <a:off x="8468592" y="3088422"/>
            <a:ext cx="149132" cy="13656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2DD9F9E-B74C-16B0-4161-361AD3EA82F0}"/>
              </a:ext>
            </a:extLst>
          </p:cNvPr>
          <p:cNvGrpSpPr/>
          <p:nvPr/>
        </p:nvGrpSpPr>
        <p:grpSpPr>
          <a:xfrm>
            <a:off x="6672977" y="2982465"/>
            <a:ext cx="883104" cy="338555"/>
            <a:chOff x="6654284" y="5259238"/>
            <a:chExt cx="883104" cy="338555"/>
          </a:xfrm>
        </p:grpSpPr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4651D3DB-3FD5-376B-C9AC-A08EF951A222}"/>
                </a:ext>
              </a:extLst>
            </p:cNvPr>
            <p:cNvSpPr/>
            <p:nvPr/>
          </p:nvSpPr>
          <p:spPr>
            <a:xfrm>
              <a:off x="6654284" y="5259238"/>
              <a:ext cx="883104" cy="338555"/>
            </a:xfrm>
            <a:prstGeom prst="roundRect">
              <a:avLst/>
            </a:prstGeom>
            <a:solidFill>
              <a:srgbClr val="AA72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Mental Functions</a:t>
              </a: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785792BA-5532-54B9-199D-0CE4EC77EC42}"/>
                </a:ext>
              </a:extLst>
            </p:cNvPr>
            <p:cNvSpPr/>
            <p:nvPr/>
          </p:nvSpPr>
          <p:spPr>
            <a:xfrm>
              <a:off x="7198314" y="5532052"/>
              <a:ext cx="80892" cy="4571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394CF2A7-B27E-D9B4-F475-1A0F2E133C64}"/>
              </a:ext>
            </a:extLst>
          </p:cNvPr>
          <p:cNvCxnSpPr>
            <a:cxnSpLocks/>
            <a:stCxn id="313" idx="3"/>
            <a:endCxn id="311" idx="1"/>
          </p:cNvCxnSpPr>
          <p:nvPr/>
        </p:nvCxnSpPr>
        <p:spPr>
          <a:xfrm flipV="1">
            <a:off x="7556081" y="3150325"/>
            <a:ext cx="398039" cy="1418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TextBox 235">
            <a:extLst>
              <a:ext uri="{FF2B5EF4-FFF2-40B4-BE49-F238E27FC236}">
                <a16:creationId xmlns:a16="http://schemas.microsoft.com/office/drawing/2014/main" id="{34F4D212-A40D-E9F6-A9DE-87A61309CFA1}"/>
              </a:ext>
            </a:extLst>
          </p:cNvPr>
          <p:cNvSpPr txBox="1"/>
          <p:nvPr/>
        </p:nvSpPr>
        <p:spPr>
          <a:xfrm flipH="1">
            <a:off x="7530267" y="2822355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 &amp;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24" name="Connector: Elbow 523">
            <a:extLst>
              <a:ext uri="{FF2B5EF4-FFF2-40B4-BE49-F238E27FC236}">
                <a16:creationId xmlns:a16="http://schemas.microsoft.com/office/drawing/2014/main" id="{1EEC979E-9EB4-3D36-8102-1FE9C9A463F1}"/>
              </a:ext>
            </a:extLst>
          </p:cNvPr>
          <p:cNvCxnSpPr>
            <a:cxnSpLocks/>
            <a:endCxn id="57" idx="6"/>
          </p:cNvCxnSpPr>
          <p:nvPr/>
        </p:nvCxnSpPr>
        <p:spPr>
          <a:xfrm rot="10800000">
            <a:off x="4445100" y="2695784"/>
            <a:ext cx="554239" cy="592191"/>
          </a:xfrm>
          <a:prstGeom prst="bentConnector3">
            <a:avLst>
              <a:gd name="adj1" fmla="val 50000"/>
            </a:avLst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7" name="TextBox 526">
            <a:extLst>
              <a:ext uri="{FF2B5EF4-FFF2-40B4-BE49-F238E27FC236}">
                <a16:creationId xmlns:a16="http://schemas.microsoft.com/office/drawing/2014/main" id="{D03DB196-0A7F-F68A-2328-28773ECB966B}"/>
              </a:ext>
            </a:extLst>
          </p:cNvPr>
          <p:cNvSpPr txBox="1"/>
          <p:nvPr/>
        </p:nvSpPr>
        <p:spPr>
          <a:xfrm>
            <a:off x="4691950" y="2871542"/>
            <a:ext cx="4355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1B164578-63D0-0251-19AB-A97FB1A83BD8}"/>
              </a:ext>
            </a:extLst>
          </p:cNvPr>
          <p:cNvCxnSpPr>
            <a:cxnSpLocks/>
            <a:stCxn id="31" idx="1"/>
            <a:endCxn id="97" idx="3"/>
          </p:cNvCxnSpPr>
          <p:nvPr/>
        </p:nvCxnSpPr>
        <p:spPr>
          <a:xfrm rot="10800000" flipV="1">
            <a:off x="6026986" y="2513541"/>
            <a:ext cx="786777" cy="88670"/>
          </a:xfrm>
          <a:prstGeom prst="bentConnector3">
            <a:avLst>
              <a:gd name="adj1" fmla="val 50000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750AD2EE-991F-8910-DE08-8F93482A5CAE}"/>
              </a:ext>
            </a:extLst>
          </p:cNvPr>
          <p:cNvSpPr/>
          <p:nvPr/>
        </p:nvSpPr>
        <p:spPr>
          <a:xfrm>
            <a:off x="4378394" y="2557002"/>
            <a:ext cx="86780" cy="9113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1DF04C6-EF06-857E-D8D9-9F2DCC42EB80}"/>
              </a:ext>
            </a:extLst>
          </p:cNvPr>
          <p:cNvSpPr/>
          <p:nvPr/>
        </p:nvSpPr>
        <p:spPr>
          <a:xfrm>
            <a:off x="5110840" y="1497545"/>
            <a:ext cx="637006" cy="148913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u="sng" dirty="0">
                <a:solidFill>
                  <a:schemeClr val="bg1"/>
                </a:solidFill>
                <a:latin typeface="Calibri" panose="020F0502020204030204"/>
              </a:rPr>
              <a:t>process</a:t>
            </a:r>
            <a:endParaRPr kumimoji="0" lang="en-US" sz="11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90C6A5-B4AC-03B7-5994-AA0ABEA389AB}"/>
              </a:ext>
            </a:extLst>
          </p:cNvPr>
          <p:cNvCxnSpPr>
            <a:cxnSpLocks/>
            <a:stCxn id="97" idx="0"/>
            <a:endCxn id="50" idx="2"/>
          </p:cNvCxnSpPr>
          <p:nvPr/>
        </p:nvCxnSpPr>
        <p:spPr>
          <a:xfrm flipH="1" flipV="1">
            <a:off x="5429344" y="2144588"/>
            <a:ext cx="1452" cy="2707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98DC086D-6AF9-5F2A-FDC8-DA785EEB56E9}"/>
              </a:ext>
            </a:extLst>
          </p:cNvPr>
          <p:cNvSpPr/>
          <p:nvPr/>
        </p:nvSpPr>
        <p:spPr>
          <a:xfrm>
            <a:off x="4834606" y="2415330"/>
            <a:ext cx="1192379" cy="373762"/>
          </a:xfrm>
          <a:prstGeom prst="roundRect">
            <a:avLst/>
          </a:prstGeom>
          <a:solidFill>
            <a:srgbClr val="385B62"/>
          </a:solidFill>
          <a:scene3d>
            <a:camera prst="orthographicFront"/>
            <a:lightRig rig="threePt" dir="t">
              <a:rot lat="0" lon="0" rev="1800000"/>
            </a:lightRig>
          </a:scene3d>
          <a:sp3d extrusionH="158750" contourW="12700" prstMaterial="dkEdge">
            <a:bevelT w="120650" h="146050"/>
            <a:bevelB w="698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Function-</a:t>
            </a:r>
            <a:r>
              <a:rPr kumimoji="0" lang="en-US" sz="1400" b="1" i="0" u="sng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ing</a:t>
            </a:r>
            <a:endParaRPr kumimoji="0" lang="en-US" sz="14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54A7595-CED3-4264-19BF-17DD24B7E17A}"/>
              </a:ext>
            </a:extLst>
          </p:cNvPr>
          <p:cNvSpPr/>
          <p:nvPr/>
        </p:nvSpPr>
        <p:spPr>
          <a:xfrm>
            <a:off x="6813762" y="2401225"/>
            <a:ext cx="596455" cy="224631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u="sng">
                <a:solidFill>
                  <a:schemeClr val="bg1"/>
                </a:solidFill>
                <a:latin typeface="Calibri" panose="020F0502020204030204"/>
              </a:rPr>
              <a:t>Function</a:t>
            </a:r>
            <a:endParaRPr kumimoji="0" lang="en-US" sz="700" b="1" i="0" u="sng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DC090C9-0C5A-88A2-8C77-A9BFF235A01C}"/>
              </a:ext>
            </a:extLst>
          </p:cNvPr>
          <p:cNvCxnSpPr>
            <a:cxnSpLocks/>
            <a:stCxn id="313" idx="0"/>
            <a:endCxn id="31" idx="2"/>
          </p:cNvCxnSpPr>
          <p:nvPr/>
        </p:nvCxnSpPr>
        <p:spPr>
          <a:xfrm flipH="1" flipV="1">
            <a:off x="7111990" y="2625856"/>
            <a:ext cx="2539" cy="356609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" name="TextBox 507">
            <a:extLst>
              <a:ext uri="{FF2B5EF4-FFF2-40B4-BE49-F238E27FC236}">
                <a16:creationId xmlns:a16="http://schemas.microsoft.com/office/drawing/2014/main" id="{625BA5FE-9F2D-BDBE-C461-FDC6E83B93DF}"/>
              </a:ext>
            </a:extLst>
          </p:cNvPr>
          <p:cNvSpPr txBox="1"/>
          <p:nvPr/>
        </p:nvSpPr>
        <p:spPr>
          <a:xfrm flipH="1">
            <a:off x="7058182" y="2658771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dirty="0" err="1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 &amp;</a:t>
            </a:r>
            <a:b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2523660D-CC65-3AEE-1321-0E05E69C30A1}"/>
              </a:ext>
            </a:extLst>
          </p:cNvPr>
          <p:cNvSpPr txBox="1"/>
          <p:nvPr/>
        </p:nvSpPr>
        <p:spPr>
          <a:xfrm>
            <a:off x="5831470" y="2234211"/>
            <a:ext cx="8001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1" dirty="0">
                <a:solidFill>
                  <a:srgbClr val="7030A0"/>
                </a:solidFill>
                <a:latin typeface="Calibri" panose="020F0502020204030204"/>
              </a:rPr>
              <a:t>realized-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endParaRPr kumimoji="0" lang="en-US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92B34-A5A5-A554-9A60-D52038123489}"/>
              </a:ext>
            </a:extLst>
          </p:cNvPr>
          <p:cNvSpPr txBox="1"/>
          <p:nvPr/>
        </p:nvSpPr>
        <p:spPr>
          <a:xfrm>
            <a:off x="5485849" y="2180844"/>
            <a:ext cx="3399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prstClr val="black"/>
                </a:solidFill>
                <a:latin typeface="Calibri" panose="020F0502020204030204"/>
              </a:rPr>
              <a:t>is-a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6F3709-6446-76D7-7666-DC69F958179C}"/>
              </a:ext>
            </a:extLst>
          </p:cNvPr>
          <p:cNvSpPr txBox="1"/>
          <p:nvPr/>
        </p:nvSpPr>
        <p:spPr>
          <a:xfrm>
            <a:off x="7209330" y="1174065"/>
            <a:ext cx="1692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Continuants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801C4C-4F73-DD83-EF7F-F5A1A3195D2F}"/>
              </a:ext>
            </a:extLst>
          </p:cNvPr>
          <p:cNvSpPr txBox="1"/>
          <p:nvPr/>
        </p:nvSpPr>
        <p:spPr>
          <a:xfrm>
            <a:off x="3447167" y="1160693"/>
            <a:ext cx="1692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Occurrents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9FEF27-E37C-C404-13A1-F0A3318BCB60}"/>
              </a:ext>
            </a:extLst>
          </p:cNvPr>
          <p:cNvCxnSpPr>
            <a:cxnSpLocks/>
            <a:stCxn id="68" idx="0"/>
            <a:endCxn id="97" idx="2"/>
          </p:cNvCxnSpPr>
          <p:nvPr/>
        </p:nvCxnSpPr>
        <p:spPr>
          <a:xfrm flipH="1" flipV="1">
            <a:off x="5430796" y="2789092"/>
            <a:ext cx="6562" cy="3205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8EFD337-434B-A8BF-C3AC-97E0F9DEABEF}"/>
              </a:ext>
            </a:extLst>
          </p:cNvPr>
          <p:cNvSpPr txBox="1"/>
          <p:nvPr/>
        </p:nvSpPr>
        <p:spPr>
          <a:xfrm>
            <a:off x="5449062" y="2847111"/>
            <a:ext cx="5191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prstClr val="black"/>
                </a:solidFill>
                <a:latin typeface="Calibri" panose="020F0502020204030204"/>
              </a:rPr>
              <a:t>is-a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04FC7E8-85AA-37F1-59EC-6E6549908A60}"/>
              </a:ext>
            </a:extLst>
          </p:cNvPr>
          <p:cNvSpPr/>
          <p:nvPr/>
        </p:nvSpPr>
        <p:spPr>
          <a:xfrm>
            <a:off x="3533403" y="3147739"/>
            <a:ext cx="1038110" cy="341062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Functioning </a:t>
            </a:r>
            <a:r>
              <a:rPr lang="en-US" sz="800" b="1" u="sng" dirty="0">
                <a:solidFill>
                  <a:prstClr val="white"/>
                </a:solidFill>
                <a:latin typeface="Calibri" panose="020F0502020204030204"/>
              </a:rPr>
              <a:t>Performance</a:t>
            </a:r>
            <a:endParaRPr kumimoji="0" lang="en-US" sz="800" b="1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2A78E87-48A0-C50A-D83C-8FAEAA9FF58F}"/>
              </a:ext>
            </a:extLst>
          </p:cNvPr>
          <p:cNvSpPr/>
          <p:nvPr/>
        </p:nvSpPr>
        <p:spPr>
          <a:xfrm>
            <a:off x="2639765" y="3095379"/>
            <a:ext cx="724259" cy="355852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u="sng">
                <a:solidFill>
                  <a:prstClr val="white"/>
                </a:solidFill>
                <a:latin typeface="Calibri" panose="020F0502020204030204"/>
              </a:rPr>
              <a:t>Self Reported</a:t>
            </a: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Functioning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D271F9-2861-1DC4-37D4-48A0600EA317}"/>
              </a:ext>
            </a:extLst>
          </p:cNvPr>
          <p:cNvSpPr/>
          <p:nvPr/>
        </p:nvSpPr>
        <p:spPr>
          <a:xfrm>
            <a:off x="2639765" y="1991153"/>
            <a:ext cx="716726" cy="347378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Functioning Observed By Others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E0D90D-B01E-DE62-4B68-2A9E54FDD813}"/>
              </a:ext>
            </a:extLst>
          </p:cNvPr>
          <p:cNvCxnSpPr>
            <a:cxnSpLocks/>
            <a:stCxn id="41" idx="2"/>
            <a:endCxn id="2" idx="0"/>
          </p:cNvCxnSpPr>
          <p:nvPr/>
        </p:nvCxnSpPr>
        <p:spPr>
          <a:xfrm>
            <a:off x="4048209" y="2773378"/>
            <a:ext cx="4249" cy="37436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86A61FF-302F-5F60-8EB1-DB4E57FFC436}"/>
              </a:ext>
            </a:extLst>
          </p:cNvPr>
          <p:cNvSpPr txBox="1"/>
          <p:nvPr/>
        </p:nvSpPr>
        <p:spPr>
          <a:xfrm>
            <a:off x="3992835" y="2898005"/>
            <a:ext cx="4355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  <a:endParaRPr kumimoji="0" lang="en-US" sz="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F7D3EA0-D9DD-4B61-CB6A-5DA8F1D58707}"/>
              </a:ext>
            </a:extLst>
          </p:cNvPr>
          <p:cNvSpPr/>
          <p:nvPr/>
        </p:nvSpPr>
        <p:spPr>
          <a:xfrm>
            <a:off x="2567455" y="2393249"/>
            <a:ext cx="797896" cy="276999"/>
          </a:xfrm>
          <a:prstGeom prst="roundRect">
            <a:avLst>
              <a:gd name="adj" fmla="val 0"/>
            </a:avLst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Activities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2825E8-CBAB-6EBC-518E-06635A2A2C53}"/>
              </a:ext>
            </a:extLst>
          </p:cNvPr>
          <p:cNvCxnSpPr>
            <a:cxnSpLocks/>
            <a:stCxn id="3" idx="3"/>
            <a:endCxn id="36" idx="2"/>
          </p:cNvCxnSpPr>
          <p:nvPr/>
        </p:nvCxnSpPr>
        <p:spPr>
          <a:xfrm flipV="1">
            <a:off x="3364024" y="2722012"/>
            <a:ext cx="286974" cy="55129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6C83FB5-95AA-677F-0679-7A6B1D048217}"/>
              </a:ext>
            </a:extLst>
          </p:cNvPr>
          <p:cNvCxnSpPr>
            <a:cxnSpLocks/>
            <a:stCxn id="4" idx="3"/>
            <a:endCxn id="35" idx="2"/>
          </p:cNvCxnSpPr>
          <p:nvPr/>
        </p:nvCxnSpPr>
        <p:spPr>
          <a:xfrm>
            <a:off x="3356491" y="2164842"/>
            <a:ext cx="292836" cy="3382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082DED2-6E9F-2F44-A05F-7BA53CD8A0A2}"/>
              </a:ext>
            </a:extLst>
          </p:cNvPr>
          <p:cNvGrpSpPr/>
          <p:nvPr/>
        </p:nvGrpSpPr>
        <p:grpSpPr>
          <a:xfrm>
            <a:off x="2558652" y="2749147"/>
            <a:ext cx="806699" cy="276999"/>
            <a:chOff x="2829357" y="4662893"/>
            <a:chExt cx="806699" cy="276999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325B6B9-9D4E-B02B-E3D5-0BDA1C349B80}"/>
                </a:ext>
              </a:extLst>
            </p:cNvPr>
            <p:cNvSpPr/>
            <p:nvPr/>
          </p:nvSpPr>
          <p:spPr>
            <a:xfrm>
              <a:off x="2838160" y="4662893"/>
              <a:ext cx="797896" cy="276999"/>
            </a:xfrm>
            <a:prstGeom prst="roundRect">
              <a:avLst>
                <a:gd name="adj" fmla="val 0"/>
              </a:avLst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sng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Participation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F857011-F4C4-DB1C-A0CF-5512F17EBB0B}"/>
                </a:ext>
              </a:extLst>
            </p:cNvPr>
            <p:cNvSpPr/>
            <p:nvPr/>
          </p:nvSpPr>
          <p:spPr>
            <a:xfrm>
              <a:off x="2829357" y="4888081"/>
              <a:ext cx="74040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8247A49F-9BE0-E2A6-6932-90FC7FD7DF7E}"/>
              </a:ext>
            </a:extLst>
          </p:cNvPr>
          <p:cNvCxnSpPr>
            <a:cxnSpLocks/>
            <a:stCxn id="17" idx="3"/>
            <a:endCxn id="34" idx="1"/>
          </p:cNvCxnSpPr>
          <p:nvPr/>
        </p:nvCxnSpPr>
        <p:spPr>
          <a:xfrm>
            <a:off x="3365351" y="2531749"/>
            <a:ext cx="294821" cy="23321"/>
          </a:xfrm>
          <a:prstGeom prst="bentConnector2">
            <a:avLst/>
          </a:prstGeom>
          <a:ln w="34925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E7169E2-5FBC-C4C5-E925-EF7929DF90B8}"/>
              </a:ext>
            </a:extLst>
          </p:cNvPr>
          <p:cNvCxnSpPr>
            <a:cxnSpLocks/>
            <a:stCxn id="23" idx="3"/>
            <a:endCxn id="40" idx="2"/>
          </p:cNvCxnSpPr>
          <p:nvPr/>
        </p:nvCxnSpPr>
        <p:spPr>
          <a:xfrm flipV="1">
            <a:off x="3365351" y="2650767"/>
            <a:ext cx="282357" cy="236880"/>
          </a:xfrm>
          <a:prstGeom prst="bentConnector3">
            <a:avLst>
              <a:gd name="adj1" fmla="val 50000"/>
            </a:avLst>
          </a:prstGeom>
          <a:ln w="34925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E5968D2-614F-8C85-F0E1-1569F34EC31A}"/>
              </a:ext>
            </a:extLst>
          </p:cNvPr>
          <p:cNvGrpSpPr/>
          <p:nvPr/>
        </p:nvGrpSpPr>
        <p:grpSpPr>
          <a:xfrm>
            <a:off x="3647708" y="2441547"/>
            <a:ext cx="799772" cy="331831"/>
            <a:chOff x="3739802" y="2655403"/>
            <a:chExt cx="799772" cy="33183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F7F300B-9334-1FDE-D608-EDE7A7C4E499}"/>
                </a:ext>
              </a:extLst>
            </p:cNvPr>
            <p:cNvGrpSpPr/>
            <p:nvPr/>
          </p:nvGrpSpPr>
          <p:grpSpPr>
            <a:xfrm>
              <a:off x="3739802" y="2655403"/>
              <a:ext cx="799772" cy="331831"/>
              <a:chOff x="3918413" y="4361513"/>
              <a:chExt cx="799772" cy="331831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66F25DDB-B9E7-F8C8-6969-9FDF0ABD6CA4}"/>
                  </a:ext>
                </a:extLst>
              </p:cNvPr>
              <p:cNvGrpSpPr/>
              <p:nvPr/>
            </p:nvGrpSpPr>
            <p:grpSpPr>
              <a:xfrm>
                <a:off x="3918413" y="4361513"/>
                <a:ext cx="799772" cy="331831"/>
                <a:chOff x="3918413" y="4361513"/>
                <a:chExt cx="799772" cy="331831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B1C5D016-3202-90C1-075D-18C9922CB094}"/>
                    </a:ext>
                  </a:extLst>
                </p:cNvPr>
                <p:cNvGrpSpPr/>
                <p:nvPr/>
              </p:nvGrpSpPr>
              <p:grpSpPr>
                <a:xfrm>
                  <a:off x="3918413" y="4361513"/>
                  <a:ext cx="799772" cy="331831"/>
                  <a:chOff x="3110820" y="5070535"/>
                  <a:chExt cx="799772" cy="331831"/>
                </a:xfrm>
              </p:grpSpPr>
              <p:grpSp>
                <p:nvGrpSpPr>
                  <p:cNvPr id="37" name="Group 36">
                    <a:extLst>
                      <a:ext uri="{FF2B5EF4-FFF2-40B4-BE49-F238E27FC236}">
                        <a16:creationId xmlns:a16="http://schemas.microsoft.com/office/drawing/2014/main" id="{F6C3B499-848B-5A1B-4611-3D7506044BC8}"/>
                      </a:ext>
                    </a:extLst>
                  </p:cNvPr>
                  <p:cNvGrpSpPr/>
                  <p:nvPr/>
                </p:nvGrpSpPr>
                <p:grpSpPr>
                  <a:xfrm>
                    <a:off x="3112050" y="5070535"/>
                    <a:ext cx="798542" cy="331831"/>
                    <a:chOff x="3112050" y="5067456"/>
                    <a:chExt cx="798542" cy="331831"/>
                  </a:xfrm>
                </p:grpSpPr>
                <p:sp>
                  <p:nvSpPr>
                    <p:cNvPr id="41" name="Rectangle: Rounded Corners 40">
                      <a:extLst>
                        <a:ext uri="{FF2B5EF4-FFF2-40B4-BE49-F238E27FC236}">
                          <a16:creationId xmlns:a16="http://schemas.microsoft.com/office/drawing/2014/main" id="{FE7DE784-8700-F0CC-9DAE-06E3551647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12050" y="5067456"/>
                      <a:ext cx="798542" cy="331831"/>
                    </a:xfrm>
                    <a:prstGeom prst="roundRect">
                      <a:avLst/>
                    </a:prstGeom>
                    <a:solidFill>
                      <a:srgbClr val="385B62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Observed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Behavior</a:t>
                      </a:r>
                    </a:p>
                  </p:txBody>
                </p:sp>
                <p:sp>
                  <p:nvSpPr>
                    <p:cNvPr id="42" name="Oval 41">
                      <a:extLst>
                        <a:ext uri="{FF2B5EF4-FFF2-40B4-BE49-F238E27FC236}">
                          <a16:creationId xmlns:a16="http://schemas.microsoft.com/office/drawing/2014/main" id="{05C6CCC4-D8DF-91B4-5214-53B7AD2421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36222" y="5240099"/>
                      <a:ext cx="74040" cy="45719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3" name="Oval 42">
                      <a:extLst>
                        <a:ext uri="{FF2B5EF4-FFF2-40B4-BE49-F238E27FC236}">
                          <a16:creationId xmlns:a16="http://schemas.microsoft.com/office/drawing/2014/main" id="{3117D7FC-AE1E-4710-3F5A-4C5881EAB8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32508" y="5313121"/>
                      <a:ext cx="74040" cy="45719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D192CD3F-EBE0-3266-4747-13DD78E8CFE9}"/>
                      </a:ext>
                    </a:extLst>
                  </p:cNvPr>
                  <p:cNvSpPr/>
                  <p:nvPr/>
                </p:nvSpPr>
                <p:spPr>
                  <a:xfrm>
                    <a:off x="3836137" y="5096824"/>
                    <a:ext cx="74040" cy="45719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162BAA2C-93C6-91F7-9464-0D5BB0631349}"/>
                      </a:ext>
                    </a:extLst>
                  </p:cNvPr>
                  <p:cNvSpPr/>
                  <p:nvPr/>
                </p:nvSpPr>
                <p:spPr>
                  <a:xfrm>
                    <a:off x="3110820" y="5256895"/>
                    <a:ext cx="74040" cy="45719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173C8C6F-F261-C5C5-698B-ADD11CD62CC4}"/>
                    </a:ext>
                  </a:extLst>
                </p:cNvPr>
                <p:cNvSpPr/>
                <p:nvPr/>
              </p:nvSpPr>
              <p:spPr>
                <a:xfrm>
                  <a:off x="3920034" y="4468341"/>
                  <a:ext cx="74040" cy="45719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4E76E603-2BB1-99B3-7A07-90208A7299B3}"/>
                    </a:ext>
                  </a:extLst>
                </p:cNvPr>
                <p:cNvSpPr/>
                <p:nvPr/>
              </p:nvSpPr>
              <p:spPr>
                <a:xfrm>
                  <a:off x="3920032" y="4400245"/>
                  <a:ext cx="74040" cy="45719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700FD38F-A1C1-5B82-E8EE-04B54F8FCF92}"/>
                    </a:ext>
                  </a:extLst>
                </p:cNvPr>
                <p:cNvSpPr/>
                <p:nvPr/>
              </p:nvSpPr>
              <p:spPr>
                <a:xfrm>
                  <a:off x="3921703" y="4619118"/>
                  <a:ext cx="74040" cy="45719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9DBA6A6-DA2B-FE02-3F26-DA685EFD2D65}"/>
                  </a:ext>
                </a:extLst>
              </p:cNvPr>
              <p:cNvSpPr/>
              <p:nvPr/>
            </p:nvSpPr>
            <p:spPr>
              <a:xfrm>
                <a:off x="4642715" y="4463608"/>
                <a:ext cx="74040" cy="45719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3574A8D1-D9E3-DC0A-4EB5-4C376C26384E}"/>
                </a:ext>
              </a:extLst>
            </p:cNvPr>
            <p:cNvSpPr/>
            <p:nvPr/>
          </p:nvSpPr>
          <p:spPr>
            <a:xfrm>
              <a:off x="4491474" y="2886779"/>
              <a:ext cx="45719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AB6FFB9-7B1C-5441-378B-6B9A2DF2289B}"/>
                </a:ext>
              </a:extLst>
            </p:cNvPr>
            <p:cNvSpPr/>
            <p:nvPr/>
          </p:nvSpPr>
          <p:spPr>
            <a:xfrm>
              <a:off x="4492028" y="2760663"/>
              <a:ext cx="45719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3D4755C-7EAC-C066-218E-07E0109116F0}"/>
              </a:ext>
            </a:extLst>
          </p:cNvPr>
          <p:cNvCxnSpPr>
            <a:cxnSpLocks/>
            <a:stCxn id="313" idx="1"/>
            <a:endCxn id="68" idx="3"/>
          </p:cNvCxnSpPr>
          <p:nvPr/>
        </p:nvCxnSpPr>
        <p:spPr>
          <a:xfrm rot="10800000" flipV="1">
            <a:off x="5881599" y="3151742"/>
            <a:ext cx="791379" cy="117571"/>
          </a:xfrm>
          <a:prstGeom prst="bentConnector3">
            <a:avLst>
              <a:gd name="adj1" fmla="val 34280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74C65A1-8D9B-8168-D881-4D154B41AF8A}"/>
              </a:ext>
            </a:extLst>
          </p:cNvPr>
          <p:cNvSpPr/>
          <p:nvPr/>
        </p:nvSpPr>
        <p:spPr>
          <a:xfrm>
            <a:off x="4626151" y="1923639"/>
            <a:ext cx="1606385" cy="220949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u="sng" dirty="0">
                <a:solidFill>
                  <a:schemeClr val="bg1"/>
                </a:solidFill>
                <a:latin typeface="Calibri" panose="020F0502020204030204"/>
              </a:rPr>
              <a:t>ProcessContextualization</a:t>
            </a:r>
            <a:endParaRPr kumimoji="0" lang="en-US" sz="11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4E2CCF4-E9B7-D1FD-35ED-B52ECFD4AADD}"/>
              </a:ext>
            </a:extLst>
          </p:cNvPr>
          <p:cNvCxnSpPr>
            <a:cxnSpLocks/>
            <a:stCxn id="50" idx="0"/>
            <a:endCxn id="10" idx="2"/>
          </p:cNvCxnSpPr>
          <p:nvPr/>
        </p:nvCxnSpPr>
        <p:spPr>
          <a:xfrm flipH="1" flipV="1">
            <a:off x="5429343" y="1646458"/>
            <a:ext cx="1" cy="2771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AB6EDDC-F176-0613-9295-060C6FCE7FBF}"/>
              </a:ext>
            </a:extLst>
          </p:cNvPr>
          <p:cNvSpPr txBox="1"/>
          <p:nvPr/>
        </p:nvSpPr>
        <p:spPr>
          <a:xfrm>
            <a:off x="5486152" y="1688290"/>
            <a:ext cx="3399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prstClr val="black"/>
                </a:solidFill>
                <a:latin typeface="Calibri" panose="020F0502020204030204"/>
              </a:rPr>
              <a:t>is-a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55" name="Straight Arrow Connector 454">
            <a:extLst>
              <a:ext uri="{FF2B5EF4-FFF2-40B4-BE49-F238E27FC236}">
                <a16:creationId xmlns:a16="http://schemas.microsoft.com/office/drawing/2014/main" id="{8B5C53C9-EE8C-EC7F-0426-38B1B9927293}"/>
              </a:ext>
            </a:extLst>
          </p:cNvPr>
          <p:cNvCxnSpPr>
            <a:cxnSpLocks/>
            <a:stCxn id="41" idx="3"/>
            <a:endCxn id="97" idx="1"/>
          </p:cNvCxnSpPr>
          <p:nvPr/>
        </p:nvCxnSpPr>
        <p:spPr>
          <a:xfrm flipV="1">
            <a:off x="4447480" y="2602211"/>
            <a:ext cx="387126" cy="52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7" name="TextBox 466">
            <a:extLst>
              <a:ext uri="{FF2B5EF4-FFF2-40B4-BE49-F238E27FC236}">
                <a16:creationId xmlns:a16="http://schemas.microsoft.com/office/drawing/2014/main" id="{16ABFB90-C5BB-389D-06A8-871D6FEB061F}"/>
              </a:ext>
            </a:extLst>
          </p:cNvPr>
          <p:cNvSpPr txBox="1"/>
          <p:nvPr/>
        </p:nvSpPr>
        <p:spPr>
          <a:xfrm>
            <a:off x="5834970" y="2872478"/>
            <a:ext cx="8001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1" dirty="0">
                <a:solidFill>
                  <a:srgbClr val="7030A0"/>
                </a:solidFill>
                <a:latin typeface="Calibri" panose="020F0502020204030204"/>
              </a:rPr>
              <a:t>realized-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</a:t>
            </a:r>
            <a:endParaRPr kumimoji="0" lang="en-US" sz="1000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1982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51C07-104C-26F8-B740-4DF454E6C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DCDDE5-8EC7-DA8C-5916-A8B9B60C6232}"/>
              </a:ext>
            </a:extLst>
          </p:cNvPr>
          <p:cNvSpPr txBox="1">
            <a:spLocks/>
          </p:cNvSpPr>
          <p:nvPr/>
        </p:nvSpPr>
        <p:spPr>
          <a:xfrm>
            <a:off x="6096000" y="0"/>
            <a:ext cx="6096000" cy="3417020"/>
          </a:xfrm>
          <a:prstGeom prst="rect">
            <a:avLst/>
          </a:prstGeom>
          <a:pattFill prst="pct40">
            <a:fgClr>
              <a:srgbClr val="C8D6EE"/>
            </a:fgClr>
            <a:bgClr>
              <a:schemeClr val="bg1"/>
            </a:bgClr>
          </a:pattFill>
          <a:ln w="952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262" name="Content Placeholder 2">
            <a:extLst>
              <a:ext uri="{FF2B5EF4-FFF2-40B4-BE49-F238E27FC236}">
                <a16:creationId xmlns:a16="http://schemas.microsoft.com/office/drawing/2014/main" id="{638E7628-69BD-1D2E-2922-CA3547B2E15A}"/>
              </a:ext>
            </a:extLst>
          </p:cNvPr>
          <p:cNvSpPr txBox="1">
            <a:spLocks/>
          </p:cNvSpPr>
          <p:nvPr/>
        </p:nvSpPr>
        <p:spPr>
          <a:xfrm>
            <a:off x="6076281" y="3423362"/>
            <a:ext cx="6153609" cy="3432595"/>
          </a:xfrm>
          <a:prstGeom prst="rect">
            <a:avLst/>
          </a:prstGeom>
          <a:solidFill>
            <a:srgbClr val="EFE5F7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A973602B-9F62-AFA3-7531-2D0C097519FE}"/>
              </a:ext>
            </a:extLst>
          </p:cNvPr>
          <p:cNvSpPr/>
          <p:nvPr/>
        </p:nvSpPr>
        <p:spPr>
          <a:xfrm>
            <a:off x="-9371" y="-6216"/>
            <a:ext cx="6096000" cy="3428999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09537D9B-140C-FA23-BD3D-F15D729E4455}"/>
              </a:ext>
            </a:extLst>
          </p:cNvPr>
          <p:cNvSpPr/>
          <p:nvPr/>
        </p:nvSpPr>
        <p:spPr>
          <a:xfrm>
            <a:off x="0" y="3429000"/>
            <a:ext cx="6103498" cy="3428999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u="sng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B239B24-4017-79DF-0CCA-79950539063C}"/>
              </a:ext>
            </a:extLst>
          </p:cNvPr>
          <p:cNvCxnSpPr>
            <a:cxnSpLocks/>
          </p:cNvCxnSpPr>
          <p:nvPr/>
        </p:nvCxnSpPr>
        <p:spPr>
          <a:xfrm>
            <a:off x="6086629" y="7684"/>
            <a:ext cx="9371" cy="685031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47E067A-FA4B-E69D-F016-C3F7411E9570}"/>
              </a:ext>
            </a:extLst>
          </p:cNvPr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Flowchart: Data 64">
            <a:extLst>
              <a:ext uri="{FF2B5EF4-FFF2-40B4-BE49-F238E27FC236}">
                <a16:creationId xmlns:a16="http://schemas.microsoft.com/office/drawing/2014/main" id="{CC069B3D-5AAB-22C3-0B21-443A5B75EA76}"/>
              </a:ext>
            </a:extLst>
          </p:cNvPr>
          <p:cNvSpPr/>
          <p:nvPr/>
        </p:nvSpPr>
        <p:spPr>
          <a:xfrm>
            <a:off x="3842018" y="3987569"/>
            <a:ext cx="1299156" cy="350062"/>
          </a:xfrm>
          <a:prstGeom prst="flowChartInputOutpu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</a:t>
            </a:r>
            <a:endParaRPr kumimoji="0" lang="en-US" sz="6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C19DF5C2-6B64-A977-972B-333DE29CB9F1}"/>
              </a:ext>
            </a:extLst>
          </p:cNvPr>
          <p:cNvCxnSpPr>
            <a:cxnSpLocks/>
            <a:stCxn id="65" idx="1"/>
            <a:endCxn id="226" idx="3"/>
          </p:cNvCxnSpPr>
          <p:nvPr/>
        </p:nvCxnSpPr>
        <p:spPr>
          <a:xfrm flipV="1">
            <a:off x="4491596" y="2526698"/>
            <a:ext cx="13168" cy="1460871"/>
          </a:xfrm>
          <a:prstGeom prst="straightConnector1">
            <a:avLst/>
          </a:prstGeom>
          <a:ln w="38100">
            <a:solidFill>
              <a:srgbClr val="C55A1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9AC993E8-26D7-64F7-40B2-08BBEE0BEECE}"/>
              </a:ext>
            </a:extLst>
          </p:cNvPr>
          <p:cNvCxnSpPr>
            <a:cxnSpLocks/>
            <a:stCxn id="226" idx="5"/>
            <a:endCxn id="259" idx="2"/>
          </p:cNvCxnSpPr>
          <p:nvPr/>
        </p:nvCxnSpPr>
        <p:spPr>
          <a:xfrm flipV="1">
            <a:off x="5174787" y="2269608"/>
            <a:ext cx="1976697" cy="49690"/>
          </a:xfrm>
          <a:prstGeom prst="straightConnector1">
            <a:avLst/>
          </a:prstGeom>
          <a:ln w="38100">
            <a:solidFill>
              <a:srgbClr val="C55A1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35084BFE-8CE0-CE76-CEE2-EC0945838CCB}"/>
              </a:ext>
            </a:extLst>
          </p:cNvPr>
          <p:cNvSpPr txBox="1"/>
          <p:nvPr/>
        </p:nvSpPr>
        <p:spPr>
          <a:xfrm>
            <a:off x="6098317" y="2045162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/>
              <a:t>provides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D74056F2-4943-8FB8-ED15-290EF051E597}"/>
              </a:ext>
            </a:extLst>
          </p:cNvPr>
          <p:cNvSpPr txBox="1"/>
          <p:nvPr/>
        </p:nvSpPr>
        <p:spPr>
          <a:xfrm>
            <a:off x="4045652" y="3423484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/>
              <a:t>provides</a:t>
            </a:r>
          </a:p>
        </p:txBody>
      </p: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B072B2DF-AE5C-C25C-0651-FE6E95140CF8}"/>
              </a:ext>
            </a:extLst>
          </p:cNvPr>
          <p:cNvCxnSpPr>
            <a:cxnSpLocks/>
            <a:stCxn id="513" idx="5"/>
          </p:cNvCxnSpPr>
          <p:nvPr/>
        </p:nvCxnSpPr>
        <p:spPr>
          <a:xfrm>
            <a:off x="5065309" y="2493591"/>
            <a:ext cx="471217" cy="5032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Flowchart: Data 262">
            <a:extLst>
              <a:ext uri="{FF2B5EF4-FFF2-40B4-BE49-F238E27FC236}">
                <a16:creationId xmlns:a16="http://schemas.microsoft.com/office/drawing/2014/main" id="{7EDCE680-3890-CA48-0014-0BE1F5E5E6A6}"/>
              </a:ext>
            </a:extLst>
          </p:cNvPr>
          <p:cNvSpPr/>
          <p:nvPr/>
        </p:nvSpPr>
        <p:spPr>
          <a:xfrm>
            <a:off x="6968034" y="4007033"/>
            <a:ext cx="1555674" cy="331175"/>
          </a:xfrm>
          <a:prstGeom prst="flowChartInputOutpu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Throughput</a:t>
            </a:r>
          </a:p>
        </p:txBody>
      </p:sp>
      <p:sp>
        <p:nvSpPr>
          <p:cNvPr id="259" name="Flowchart: Data 258">
            <a:extLst>
              <a:ext uri="{FF2B5EF4-FFF2-40B4-BE49-F238E27FC236}">
                <a16:creationId xmlns:a16="http://schemas.microsoft.com/office/drawing/2014/main" id="{B1115164-4346-4A73-ECC1-AC8B171B7836}"/>
              </a:ext>
            </a:extLst>
          </p:cNvPr>
          <p:cNvSpPr/>
          <p:nvPr/>
        </p:nvSpPr>
        <p:spPr>
          <a:xfrm>
            <a:off x="7008163" y="2098274"/>
            <a:ext cx="1433213" cy="342667"/>
          </a:xfrm>
          <a:prstGeom prst="flowChartInputOutput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</a:t>
            </a:r>
            <a:endParaRPr kumimoji="0" lang="en-US" sz="9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A6DC4EC9-B2D0-61C7-9F45-C2A5DDB00737}"/>
              </a:ext>
            </a:extLst>
          </p:cNvPr>
          <p:cNvCxnSpPr>
            <a:cxnSpLocks/>
            <a:stCxn id="259" idx="3"/>
            <a:endCxn id="63" idx="7"/>
          </p:cNvCxnSpPr>
          <p:nvPr/>
        </p:nvCxnSpPr>
        <p:spPr>
          <a:xfrm flipH="1">
            <a:off x="6852628" y="2440941"/>
            <a:ext cx="728820" cy="5940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TextBox 298">
            <a:extLst>
              <a:ext uri="{FF2B5EF4-FFF2-40B4-BE49-F238E27FC236}">
                <a16:creationId xmlns:a16="http://schemas.microsoft.com/office/drawing/2014/main" id="{3909F327-BB1D-80CF-57D3-AC330268898D}"/>
              </a:ext>
            </a:extLst>
          </p:cNvPr>
          <p:cNvSpPr txBox="1"/>
          <p:nvPr/>
        </p:nvSpPr>
        <p:spPr>
          <a:xfrm flipH="1">
            <a:off x="6581366" y="2512880"/>
            <a:ext cx="575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EE535CA9-3F5E-9E8A-26A3-836E5F42CF86}"/>
              </a:ext>
            </a:extLst>
          </p:cNvPr>
          <p:cNvCxnSpPr>
            <a:cxnSpLocks/>
            <a:endCxn id="63" idx="5"/>
          </p:cNvCxnSpPr>
          <p:nvPr/>
        </p:nvCxnSpPr>
        <p:spPr>
          <a:xfrm flipH="1" flipV="1">
            <a:off x="6852628" y="3794459"/>
            <a:ext cx="429321" cy="2125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Arrow Connector 501">
            <a:extLst>
              <a:ext uri="{FF2B5EF4-FFF2-40B4-BE49-F238E27FC236}">
                <a16:creationId xmlns:a16="http://schemas.microsoft.com/office/drawing/2014/main" id="{4D899667-A5DC-0D4B-A82A-F83409553213}"/>
              </a:ext>
            </a:extLst>
          </p:cNvPr>
          <p:cNvCxnSpPr>
            <a:cxnSpLocks/>
            <a:stCxn id="65" idx="0"/>
            <a:endCxn id="63" idx="3"/>
          </p:cNvCxnSpPr>
          <p:nvPr/>
        </p:nvCxnSpPr>
        <p:spPr>
          <a:xfrm flipV="1">
            <a:off x="4621512" y="3794459"/>
            <a:ext cx="735721" cy="1931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0" name="Oval 519">
            <a:extLst>
              <a:ext uri="{FF2B5EF4-FFF2-40B4-BE49-F238E27FC236}">
                <a16:creationId xmlns:a16="http://schemas.microsoft.com/office/drawing/2014/main" id="{05611CE5-AE71-8D06-99E1-09DCBFAA9F23}"/>
              </a:ext>
            </a:extLst>
          </p:cNvPr>
          <p:cNvSpPr/>
          <p:nvPr/>
        </p:nvSpPr>
        <p:spPr>
          <a:xfrm>
            <a:off x="4205007" y="2070527"/>
            <a:ext cx="117067" cy="10753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9" name="Oval 518">
            <a:extLst>
              <a:ext uri="{FF2B5EF4-FFF2-40B4-BE49-F238E27FC236}">
                <a16:creationId xmlns:a16="http://schemas.microsoft.com/office/drawing/2014/main" id="{0EFB9D72-D683-EA71-C5B8-DA32AB952970}"/>
              </a:ext>
            </a:extLst>
          </p:cNvPr>
          <p:cNvSpPr/>
          <p:nvPr/>
        </p:nvSpPr>
        <p:spPr>
          <a:xfrm>
            <a:off x="4042708" y="2435893"/>
            <a:ext cx="117067" cy="10753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B94B284C-4317-D591-B356-FB603B339A4C}"/>
              </a:ext>
            </a:extLst>
          </p:cNvPr>
          <p:cNvGrpSpPr/>
          <p:nvPr/>
        </p:nvGrpSpPr>
        <p:grpSpPr>
          <a:xfrm>
            <a:off x="3968745" y="2111898"/>
            <a:ext cx="1340047" cy="414800"/>
            <a:chOff x="3785616" y="2074858"/>
            <a:chExt cx="1340047" cy="414800"/>
          </a:xfrm>
        </p:grpSpPr>
        <p:sp>
          <p:nvSpPr>
            <p:cNvPr id="226" name="Flowchart: Data 225">
              <a:extLst>
                <a:ext uri="{FF2B5EF4-FFF2-40B4-BE49-F238E27FC236}">
                  <a16:creationId xmlns:a16="http://schemas.microsoft.com/office/drawing/2014/main" id="{B6A4DC22-F205-FCF6-7876-C95C2A34C056}"/>
                </a:ext>
              </a:extLst>
            </p:cNvPr>
            <p:cNvSpPr/>
            <p:nvPr/>
          </p:nvSpPr>
          <p:spPr>
            <a:xfrm>
              <a:off x="3785616" y="2074858"/>
              <a:ext cx="1340047" cy="414800"/>
            </a:xfrm>
            <a:prstGeom prst="flowChartInputOutput">
              <a:avLst/>
            </a:prstGeom>
            <a:solidFill>
              <a:srgbClr val="C6645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sng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Feedback</a:t>
              </a:r>
              <a:endPara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39B46361-E9DB-AA99-4E3C-542ED3A0F1E8}"/>
                </a:ext>
              </a:extLst>
            </p:cNvPr>
            <p:cNvSpPr/>
            <p:nvPr/>
          </p:nvSpPr>
          <p:spPr>
            <a:xfrm>
              <a:off x="4782257" y="2364768"/>
              <a:ext cx="117067" cy="107530"/>
            </a:xfrm>
            <a:prstGeom prst="ellipse">
              <a:avLst/>
            </a:prstGeom>
            <a:solidFill>
              <a:srgbClr val="C664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Oval 62">
            <a:extLst>
              <a:ext uri="{FF2B5EF4-FFF2-40B4-BE49-F238E27FC236}">
                <a16:creationId xmlns:a16="http://schemas.microsoft.com/office/drawing/2014/main" id="{2FA62B5C-8D6D-74C4-CA01-6D6410CAEF75}"/>
              </a:ext>
            </a:extLst>
          </p:cNvPr>
          <p:cNvSpPr/>
          <p:nvPr/>
        </p:nvSpPr>
        <p:spPr>
          <a:xfrm>
            <a:off x="5047527" y="2877694"/>
            <a:ext cx="2114807" cy="107405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u="sng">
                <a:solidFill>
                  <a:prstClr val="black"/>
                </a:solidFill>
                <a:latin typeface="Calibri" panose="020F0502020204030204"/>
              </a:rPr>
              <a:t>Ecological</a:t>
            </a:r>
            <a:r>
              <a:rPr kumimoji="0" lang="en-US" sz="1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Mental Functioning Ontology</a:t>
            </a: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09612167-0C68-A85B-48D1-CAD2E285E4B9}"/>
              </a:ext>
            </a:extLst>
          </p:cNvPr>
          <p:cNvCxnSpPr>
            <a:cxnSpLocks/>
          </p:cNvCxnSpPr>
          <p:nvPr/>
        </p:nvCxnSpPr>
        <p:spPr>
          <a:xfrm flipV="1">
            <a:off x="5114869" y="2416173"/>
            <a:ext cx="1877473" cy="294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4" name="TextBox 553">
            <a:extLst>
              <a:ext uri="{FF2B5EF4-FFF2-40B4-BE49-F238E27FC236}">
                <a16:creationId xmlns:a16="http://schemas.microsoft.com/office/drawing/2014/main" id="{6C25DEC5-635F-4EDB-5FCE-15259F1D8988}"/>
              </a:ext>
            </a:extLst>
          </p:cNvPr>
          <p:cNvSpPr txBox="1"/>
          <p:nvPr/>
        </p:nvSpPr>
        <p:spPr>
          <a:xfrm flipH="1">
            <a:off x="4783775" y="2621840"/>
            <a:ext cx="575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5" name="TextBox 554">
            <a:extLst>
              <a:ext uri="{FF2B5EF4-FFF2-40B4-BE49-F238E27FC236}">
                <a16:creationId xmlns:a16="http://schemas.microsoft.com/office/drawing/2014/main" id="{0AFC5F84-17B6-87E4-0E32-9A5172EBF42C}"/>
              </a:ext>
            </a:extLst>
          </p:cNvPr>
          <p:cNvSpPr txBox="1"/>
          <p:nvPr/>
        </p:nvSpPr>
        <p:spPr>
          <a:xfrm flipH="1">
            <a:off x="6975763" y="3700975"/>
            <a:ext cx="575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6" name="TextBox 555">
            <a:extLst>
              <a:ext uri="{FF2B5EF4-FFF2-40B4-BE49-F238E27FC236}">
                <a16:creationId xmlns:a16="http://schemas.microsoft.com/office/drawing/2014/main" id="{E35A9E3D-94B5-69E9-BE74-19051C5860C9}"/>
              </a:ext>
            </a:extLst>
          </p:cNvPr>
          <p:cNvSpPr txBox="1"/>
          <p:nvPr/>
        </p:nvSpPr>
        <p:spPr>
          <a:xfrm flipH="1">
            <a:off x="5114869" y="3809683"/>
            <a:ext cx="575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81" name="Straight Arrow Connector 580">
            <a:extLst>
              <a:ext uri="{FF2B5EF4-FFF2-40B4-BE49-F238E27FC236}">
                <a16:creationId xmlns:a16="http://schemas.microsoft.com/office/drawing/2014/main" id="{F344F0FB-DD6E-4B76-27ED-E8E94DD40C89}"/>
              </a:ext>
            </a:extLst>
          </p:cNvPr>
          <p:cNvCxnSpPr>
            <a:cxnSpLocks/>
            <a:stCxn id="263" idx="1"/>
          </p:cNvCxnSpPr>
          <p:nvPr/>
        </p:nvCxnSpPr>
        <p:spPr>
          <a:xfrm flipH="1" flipV="1">
            <a:off x="7717270" y="2429449"/>
            <a:ext cx="28601" cy="1577584"/>
          </a:xfrm>
          <a:prstGeom prst="straightConnector1">
            <a:avLst/>
          </a:prstGeom>
          <a:ln w="28575" cmpd="thickThin">
            <a:solidFill>
              <a:srgbClr val="518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Arrow Connector 583">
            <a:extLst>
              <a:ext uri="{FF2B5EF4-FFF2-40B4-BE49-F238E27FC236}">
                <a16:creationId xmlns:a16="http://schemas.microsoft.com/office/drawing/2014/main" id="{41BAE91F-2371-4BE2-587E-8F6F72B3D375}"/>
              </a:ext>
            </a:extLst>
          </p:cNvPr>
          <p:cNvCxnSpPr>
            <a:cxnSpLocks/>
            <a:stCxn id="65" idx="5"/>
            <a:endCxn id="263" idx="2"/>
          </p:cNvCxnSpPr>
          <p:nvPr/>
        </p:nvCxnSpPr>
        <p:spPr>
          <a:xfrm>
            <a:off x="5011258" y="4162600"/>
            <a:ext cx="2112343" cy="10021"/>
          </a:xfrm>
          <a:prstGeom prst="straightConnector1">
            <a:avLst/>
          </a:prstGeom>
          <a:ln w="28575" cmpd="thickThin">
            <a:solidFill>
              <a:srgbClr val="518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" name="TextBox 490">
            <a:extLst>
              <a:ext uri="{FF2B5EF4-FFF2-40B4-BE49-F238E27FC236}">
                <a16:creationId xmlns:a16="http://schemas.microsoft.com/office/drawing/2014/main" id="{AF990325-F5B8-DCED-92C7-7F98B78FD7FE}"/>
              </a:ext>
            </a:extLst>
          </p:cNvPr>
          <p:cNvSpPr txBox="1"/>
          <p:nvPr/>
        </p:nvSpPr>
        <p:spPr>
          <a:xfrm>
            <a:off x="6087038" y="3988700"/>
            <a:ext cx="402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uses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E85610F7-48C5-72A7-DA3A-AD21A4292E65}"/>
              </a:ext>
            </a:extLst>
          </p:cNvPr>
          <p:cNvSpPr txBox="1"/>
          <p:nvPr/>
        </p:nvSpPr>
        <p:spPr>
          <a:xfrm>
            <a:off x="7712800" y="3103579"/>
            <a:ext cx="402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uses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04E520-0E68-5692-080E-4EA6F415E940}"/>
              </a:ext>
            </a:extLst>
          </p:cNvPr>
          <p:cNvGrpSpPr/>
          <p:nvPr/>
        </p:nvGrpSpPr>
        <p:grpSpPr>
          <a:xfrm>
            <a:off x="2651426" y="69886"/>
            <a:ext cx="6571613" cy="587412"/>
            <a:chOff x="2651426" y="69886"/>
            <a:chExt cx="6571613" cy="587412"/>
          </a:xfrm>
        </p:grpSpPr>
        <p:sp>
          <p:nvSpPr>
            <p:cNvPr id="5" name="Rectangle 54">
              <a:extLst>
                <a:ext uri="{FF2B5EF4-FFF2-40B4-BE49-F238E27FC236}">
                  <a16:creationId xmlns:a16="http://schemas.microsoft.com/office/drawing/2014/main" id="{2A7A0D01-9CAE-B846-8AC3-B6674E58F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1426" y="69886"/>
              <a:ext cx="6571613" cy="58741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220184" tIns="110091" rIns="220184" bIns="110091"/>
            <a:lstStyle/>
            <a:p>
              <a:pPr algn="r">
                <a:defRPr/>
              </a:pPr>
              <a:r>
                <a:rPr lang="en-US" altLang="fr-FR" sz="1050" baseline="0" dirty="0"/>
                <a:t>Guy Divita, Maryanne Sacco,  Kathleen Coale, Rebecca Parks</a:t>
              </a:r>
              <a:r>
                <a:rPr lang="en-US" altLang="fr-FR" sz="1050" baseline="30000" dirty="0"/>
                <a:t> </a:t>
              </a:r>
              <a:r>
                <a:rPr lang="en-US" altLang="fr-FR" sz="1050" baseline="0" dirty="0"/>
                <a:t>and Elizabeth Rasch</a:t>
              </a:r>
            </a:p>
            <a:p>
              <a:pPr algn="r">
                <a:defRPr/>
              </a:pPr>
              <a:r>
                <a:rPr lang="en-US" altLang="fr-FR" sz="900" baseline="0" dirty="0"/>
                <a:t>Rehabilitation Medicine Department, National Institutes of Health, Bethesda, MD USA</a:t>
              </a:r>
            </a:p>
            <a:p>
              <a:pPr algn="r">
                <a:defRPr/>
              </a:pPr>
              <a:r>
                <a:rPr lang="en-US" altLang="fr-FR" sz="900" baseline="0" dirty="0"/>
                <a:t>2024-11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6DB36B4-4501-793B-3B38-21A15721D436}"/>
                </a:ext>
              </a:extLst>
            </p:cNvPr>
            <p:cNvGrpSpPr/>
            <p:nvPr/>
          </p:nvGrpSpPr>
          <p:grpSpPr>
            <a:xfrm>
              <a:off x="2718504" y="99665"/>
              <a:ext cx="1705482" cy="511466"/>
              <a:chOff x="2233458" y="-928338"/>
              <a:chExt cx="1640817" cy="496968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6CAB776-5099-4307-F806-877A9BBC8E38}"/>
                  </a:ext>
                </a:extLst>
              </p:cNvPr>
              <p:cNvSpPr/>
              <p:nvPr/>
            </p:nvSpPr>
            <p:spPr bwMode="auto">
              <a:xfrm rot="15680">
                <a:off x="2233458" y="-928338"/>
                <a:ext cx="1640817" cy="496968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pic>
            <p:nvPicPr>
              <p:cNvPr id="8" name="Picture 4">
                <a:extLst>
                  <a:ext uri="{FF2B5EF4-FFF2-40B4-BE49-F238E27FC236}">
                    <a16:creationId xmlns:a16="http://schemas.microsoft.com/office/drawing/2014/main" id="{47593DA9-0768-5A41-9456-3837FF8B23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210">
                <a:off x="2431196" y="-827685"/>
                <a:ext cx="1352978" cy="2169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293790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D0531C-6DC9-CFF8-029A-C8FB977AA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962" y="1062037"/>
            <a:ext cx="9744075" cy="473392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1DF37E6-86FE-666B-7A8E-6F7DF99966ED}"/>
              </a:ext>
            </a:extLst>
          </p:cNvPr>
          <p:cNvGrpSpPr/>
          <p:nvPr/>
        </p:nvGrpSpPr>
        <p:grpSpPr>
          <a:xfrm>
            <a:off x="2651426" y="69886"/>
            <a:ext cx="6571613" cy="587412"/>
            <a:chOff x="2651426" y="69886"/>
            <a:chExt cx="6571613" cy="587412"/>
          </a:xfrm>
        </p:grpSpPr>
        <p:sp>
          <p:nvSpPr>
            <p:cNvPr id="3" name="Rectangle 54">
              <a:extLst>
                <a:ext uri="{FF2B5EF4-FFF2-40B4-BE49-F238E27FC236}">
                  <a16:creationId xmlns:a16="http://schemas.microsoft.com/office/drawing/2014/main" id="{45DF83E5-34C2-96BE-0E8D-0B0E80F7C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1426" y="69886"/>
              <a:ext cx="6571613" cy="58741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220184" tIns="110091" rIns="220184" bIns="110091"/>
            <a:lstStyle/>
            <a:p>
              <a:pPr algn="r">
                <a:defRPr/>
              </a:pPr>
              <a:r>
                <a:rPr lang="en-US" altLang="fr-FR" sz="1050" baseline="0"/>
                <a:t>Guy Divita, Maryanne Sacco,  Kathleen Coale, Rebecca Parks</a:t>
              </a:r>
              <a:r>
                <a:rPr lang="en-US" altLang="fr-FR" sz="1050" baseline="30000"/>
                <a:t> </a:t>
              </a:r>
              <a:r>
                <a:rPr lang="en-US" altLang="fr-FR" sz="1050" baseline="0"/>
                <a:t>and Elizabeth Rasch</a:t>
              </a:r>
            </a:p>
            <a:p>
              <a:pPr algn="r">
                <a:defRPr/>
              </a:pPr>
              <a:r>
                <a:rPr lang="en-US" altLang="fr-FR" sz="900" baseline="0"/>
                <a:t>Rehabilitation Medicine Department, National Institutes of Health, Bethesda, MD USA</a:t>
              </a:r>
            </a:p>
            <a:p>
              <a:pPr algn="r">
                <a:defRPr/>
              </a:pPr>
              <a:r>
                <a:rPr lang="en-US" altLang="fr-FR" sz="900" baseline="0"/>
                <a:t>2024-11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A7D13F4-1E0B-FAE3-310F-153675609E28}"/>
                </a:ext>
              </a:extLst>
            </p:cNvPr>
            <p:cNvGrpSpPr/>
            <p:nvPr/>
          </p:nvGrpSpPr>
          <p:grpSpPr>
            <a:xfrm>
              <a:off x="2718504" y="99665"/>
              <a:ext cx="1705482" cy="511466"/>
              <a:chOff x="2233458" y="-928338"/>
              <a:chExt cx="1640817" cy="496968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FD1A1A3-470A-91E1-88ED-BEA8499DE740}"/>
                  </a:ext>
                </a:extLst>
              </p:cNvPr>
              <p:cNvSpPr/>
              <p:nvPr/>
            </p:nvSpPr>
            <p:spPr bwMode="auto">
              <a:xfrm rot="15680">
                <a:off x="2233458" y="-928338"/>
                <a:ext cx="1640817" cy="496968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pic>
            <p:nvPicPr>
              <p:cNvPr id="6" name="Picture 4">
                <a:extLst>
                  <a:ext uri="{FF2B5EF4-FFF2-40B4-BE49-F238E27FC236}">
                    <a16:creationId xmlns:a16="http://schemas.microsoft.com/office/drawing/2014/main" id="{BF751898-EE08-33F9-1A31-B8155AE320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210">
                <a:off x="2431196" y="-827685"/>
                <a:ext cx="1352978" cy="2169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348630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B7C0786-837B-DCA0-41C7-422A6F73A66A}"/>
              </a:ext>
            </a:extLst>
          </p:cNvPr>
          <p:cNvGrpSpPr/>
          <p:nvPr/>
        </p:nvGrpSpPr>
        <p:grpSpPr>
          <a:xfrm>
            <a:off x="2743200" y="1268067"/>
            <a:ext cx="7814663" cy="4625588"/>
            <a:chOff x="1306286" y="1268067"/>
            <a:chExt cx="9251577" cy="462558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9EE362A-9241-068F-760B-A70E23961B8F}"/>
                </a:ext>
              </a:extLst>
            </p:cNvPr>
            <p:cNvSpPr/>
            <p:nvPr/>
          </p:nvSpPr>
          <p:spPr>
            <a:xfrm>
              <a:off x="1306286" y="1268067"/>
              <a:ext cx="9251577" cy="462558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94C5CB1-7401-BBAD-236B-93A1CCD4F2A3}"/>
                </a:ext>
              </a:extLst>
            </p:cNvPr>
            <p:cNvSpPr txBox="1"/>
            <p:nvPr/>
          </p:nvSpPr>
          <p:spPr>
            <a:xfrm>
              <a:off x="5113723" y="1386614"/>
              <a:ext cx="14596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u="sng">
                  <a:solidFill>
                    <a:schemeClr val="accent1"/>
                  </a:solidFill>
                </a:rPr>
                <a:t>Context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AF86A69-386A-A2FA-A5FE-F31BF9276769}"/>
              </a:ext>
            </a:extLst>
          </p:cNvPr>
          <p:cNvGrpSpPr/>
          <p:nvPr/>
        </p:nvGrpSpPr>
        <p:grpSpPr>
          <a:xfrm>
            <a:off x="3742123" y="2289842"/>
            <a:ext cx="6507097" cy="3321710"/>
            <a:chOff x="3742123" y="2289842"/>
            <a:chExt cx="6507097" cy="332171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0533120-26B2-B9BD-61AD-66228C5AC096}"/>
                </a:ext>
              </a:extLst>
            </p:cNvPr>
            <p:cNvSpPr/>
            <p:nvPr/>
          </p:nvSpPr>
          <p:spPr>
            <a:xfrm>
              <a:off x="3742123" y="2289842"/>
              <a:ext cx="6507097" cy="332171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B21782-C42F-021E-4DBE-A4169FC85346}"/>
                </a:ext>
              </a:extLst>
            </p:cNvPr>
            <p:cNvSpPr txBox="1"/>
            <p:nvPr/>
          </p:nvSpPr>
          <p:spPr>
            <a:xfrm>
              <a:off x="6103686" y="2320578"/>
              <a:ext cx="17801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u="sng">
                  <a:solidFill>
                    <a:schemeClr val="accent1"/>
                  </a:solidFill>
                </a:rPr>
                <a:t>Environment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68C9FC-D82B-9260-5C2A-CD7F31DD14CA}"/>
              </a:ext>
            </a:extLst>
          </p:cNvPr>
          <p:cNvGrpSpPr/>
          <p:nvPr/>
        </p:nvGrpSpPr>
        <p:grpSpPr>
          <a:xfrm>
            <a:off x="4729524" y="3050561"/>
            <a:ext cx="5287895" cy="2420825"/>
            <a:chOff x="3742123" y="2289842"/>
            <a:chExt cx="6507097" cy="332171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F0FCCB8-5C30-771F-DDE6-C926457D8EB5}"/>
                </a:ext>
              </a:extLst>
            </p:cNvPr>
            <p:cNvSpPr/>
            <p:nvPr/>
          </p:nvSpPr>
          <p:spPr>
            <a:xfrm>
              <a:off x="3742123" y="2289842"/>
              <a:ext cx="6507097" cy="332171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86DFC7F-4D5F-A15C-7C2B-B3402246583F}"/>
                </a:ext>
              </a:extLst>
            </p:cNvPr>
            <p:cNvSpPr txBox="1"/>
            <p:nvPr/>
          </p:nvSpPr>
          <p:spPr>
            <a:xfrm>
              <a:off x="5423660" y="2527558"/>
              <a:ext cx="4016305" cy="633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u="sng">
                  <a:solidFill>
                    <a:schemeClr val="accent1"/>
                  </a:solidFill>
                </a:rPr>
                <a:t>Environmental Factors</a:t>
              </a:r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D58428CD-FA3B-4FE1-9FD3-66963290FD35}"/>
              </a:ext>
            </a:extLst>
          </p:cNvPr>
          <p:cNvSpPr/>
          <p:nvPr/>
        </p:nvSpPr>
        <p:spPr>
          <a:xfrm>
            <a:off x="5177172" y="3713672"/>
            <a:ext cx="2430021" cy="860506"/>
          </a:xfrm>
          <a:prstGeom prst="ellipse">
            <a:avLst/>
          </a:prstGeom>
          <a:solidFill>
            <a:srgbClr val="7698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Social Environments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AF1A1B-7A87-BA7F-481E-BD82CEAAF8E5}"/>
              </a:ext>
            </a:extLst>
          </p:cNvPr>
          <p:cNvSpPr/>
          <p:nvPr/>
        </p:nvSpPr>
        <p:spPr>
          <a:xfrm>
            <a:off x="7530353" y="4019927"/>
            <a:ext cx="2354693" cy="852525"/>
          </a:xfrm>
          <a:prstGeom prst="ellipse">
            <a:avLst/>
          </a:prstGeom>
          <a:solidFill>
            <a:srgbClr val="7698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Physical Environments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C7A90A3-4E2E-846A-BDCB-E8B302B359F6}"/>
              </a:ext>
            </a:extLst>
          </p:cNvPr>
          <p:cNvGrpSpPr/>
          <p:nvPr/>
        </p:nvGrpSpPr>
        <p:grpSpPr>
          <a:xfrm>
            <a:off x="1183342" y="737667"/>
            <a:ext cx="9526922" cy="5308388"/>
            <a:chOff x="1183342" y="737667"/>
            <a:chExt cx="9526922" cy="5308388"/>
          </a:xfrm>
          <a:noFill/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7696106-58B5-B17C-C92D-BFFF34C5214E}"/>
                </a:ext>
              </a:extLst>
            </p:cNvPr>
            <p:cNvSpPr/>
            <p:nvPr/>
          </p:nvSpPr>
          <p:spPr>
            <a:xfrm>
              <a:off x="1183342" y="737667"/>
              <a:ext cx="9526922" cy="5308388"/>
            </a:xfrm>
            <a:prstGeom prst="ellipse">
              <a:avLst/>
            </a:prstGeom>
            <a:grp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A644DE-20CB-D26F-761B-F4BEEF147D91}"/>
                </a:ext>
              </a:extLst>
            </p:cNvPr>
            <p:cNvSpPr txBox="1"/>
            <p:nvPr/>
          </p:nvSpPr>
          <p:spPr>
            <a:xfrm>
              <a:off x="1346786" y="2549000"/>
              <a:ext cx="1232971" cy="83099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2400" u="sng">
                  <a:solidFill>
                    <a:schemeClr val="accent1"/>
                  </a:solidFill>
                </a:rPr>
                <a:t>External</a:t>
              </a:r>
            </a:p>
            <a:p>
              <a:r>
                <a:rPr lang="en-US" sz="2400" u="sng">
                  <a:solidFill>
                    <a:schemeClr val="accent1"/>
                  </a:solidFill>
                </a:rPr>
                <a:t>Factors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7870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0117FC45-3ADD-8997-FEF7-BB2890D50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674" y="973108"/>
            <a:ext cx="8360486" cy="494607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E05CE48-929B-4C4E-EC2D-FF662FCC8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5" y="-12034"/>
            <a:ext cx="3452594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A3AADDF-C4D7-B486-4684-601ACA728C3F}"/>
              </a:ext>
            </a:extLst>
          </p:cNvPr>
          <p:cNvSpPr/>
          <p:nvPr/>
        </p:nvSpPr>
        <p:spPr>
          <a:xfrm>
            <a:off x="123247" y="12035"/>
            <a:ext cx="3452594" cy="68339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A7DD0F-A9D8-4CA0-EF74-70791752C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1476" y="-95262"/>
            <a:ext cx="5677277" cy="1325563"/>
          </a:xfrm>
        </p:spPr>
        <p:txBody>
          <a:bodyPr/>
          <a:lstStyle/>
          <a:p>
            <a:pPr algn="r"/>
            <a:r>
              <a:rPr lang="en-US"/>
              <a:t>MF Ontology Mappings</a:t>
            </a: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147EB434-C6DD-B5B3-3B27-AB7C150C83B9}"/>
              </a:ext>
            </a:extLst>
          </p:cNvPr>
          <p:cNvCxnSpPr>
            <a:cxnSpLocks/>
            <a:stCxn id="36" idx="6"/>
          </p:cNvCxnSpPr>
          <p:nvPr/>
        </p:nvCxnSpPr>
        <p:spPr>
          <a:xfrm flipH="1" flipV="1">
            <a:off x="2021350" y="1911932"/>
            <a:ext cx="9050957" cy="1732344"/>
          </a:xfrm>
          <a:prstGeom prst="bentConnector3">
            <a:avLst>
              <a:gd name="adj1" fmla="val -4988"/>
            </a:avLst>
          </a:prstGeom>
          <a:ln w="38100">
            <a:solidFill>
              <a:srgbClr val="AA72D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356BF55F-D39C-B69D-EC2B-3B5BC20720ED}"/>
              </a:ext>
            </a:extLst>
          </p:cNvPr>
          <p:cNvCxnSpPr>
            <a:cxnSpLocks/>
          </p:cNvCxnSpPr>
          <p:nvPr/>
        </p:nvCxnSpPr>
        <p:spPr>
          <a:xfrm rot="10800000">
            <a:off x="2021347" y="4399987"/>
            <a:ext cx="2258660" cy="95991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5AD4D6FA-CABB-5ED6-E4E3-A4D48DB5F66F}"/>
              </a:ext>
            </a:extLst>
          </p:cNvPr>
          <p:cNvSpPr/>
          <p:nvPr/>
        </p:nvSpPr>
        <p:spPr>
          <a:xfrm>
            <a:off x="27323" y="3804863"/>
            <a:ext cx="2017664" cy="29700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8EA461F-ABEE-A7B6-8B39-44DBB14381B3}"/>
              </a:ext>
            </a:extLst>
          </p:cNvPr>
          <p:cNvSpPr/>
          <p:nvPr/>
        </p:nvSpPr>
        <p:spPr>
          <a:xfrm>
            <a:off x="9147651" y="999410"/>
            <a:ext cx="1262290" cy="1883086"/>
          </a:xfrm>
          <a:custGeom>
            <a:avLst/>
            <a:gdLst>
              <a:gd name="csX0" fmla="*/ 0 w 1262290"/>
              <a:gd name="csY0" fmla="*/ 0 h 1883086"/>
              <a:gd name="csX1" fmla="*/ 408140 w 1262290"/>
              <a:gd name="csY1" fmla="*/ 0 h 1883086"/>
              <a:gd name="csX2" fmla="*/ 841527 w 1262290"/>
              <a:gd name="csY2" fmla="*/ 0 h 1883086"/>
              <a:gd name="csX3" fmla="*/ 1262290 w 1262290"/>
              <a:gd name="csY3" fmla="*/ 0 h 1883086"/>
              <a:gd name="csX4" fmla="*/ 1262290 w 1262290"/>
              <a:gd name="csY4" fmla="*/ 451941 h 1883086"/>
              <a:gd name="csX5" fmla="*/ 1262290 w 1262290"/>
              <a:gd name="csY5" fmla="*/ 885050 h 1883086"/>
              <a:gd name="csX6" fmla="*/ 1262290 w 1262290"/>
              <a:gd name="csY6" fmla="*/ 1374653 h 1883086"/>
              <a:gd name="csX7" fmla="*/ 1262290 w 1262290"/>
              <a:gd name="csY7" fmla="*/ 1883086 h 1883086"/>
              <a:gd name="csX8" fmla="*/ 828904 w 1262290"/>
              <a:gd name="csY8" fmla="*/ 1883086 h 1883086"/>
              <a:gd name="csX9" fmla="*/ 382895 w 1262290"/>
              <a:gd name="csY9" fmla="*/ 1883086 h 1883086"/>
              <a:gd name="csX10" fmla="*/ 0 w 1262290"/>
              <a:gd name="csY10" fmla="*/ 1883086 h 1883086"/>
              <a:gd name="csX11" fmla="*/ 0 w 1262290"/>
              <a:gd name="csY11" fmla="*/ 1468807 h 1883086"/>
              <a:gd name="csX12" fmla="*/ 0 w 1262290"/>
              <a:gd name="csY12" fmla="*/ 998036 h 1883086"/>
              <a:gd name="csX13" fmla="*/ 0 w 1262290"/>
              <a:gd name="csY13" fmla="*/ 508433 h 1883086"/>
              <a:gd name="csX14" fmla="*/ 0 w 1262290"/>
              <a:gd name="csY14" fmla="*/ 0 h 18830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262290" h="1883086" extrusionOk="0">
                <a:moveTo>
                  <a:pt x="0" y="0"/>
                </a:moveTo>
                <a:cubicBezTo>
                  <a:pt x="155426" y="-20660"/>
                  <a:pt x="216887" y="43230"/>
                  <a:pt x="408140" y="0"/>
                </a:cubicBezTo>
                <a:cubicBezTo>
                  <a:pt x="599393" y="-43230"/>
                  <a:pt x="725340" y="5765"/>
                  <a:pt x="841527" y="0"/>
                </a:cubicBezTo>
                <a:cubicBezTo>
                  <a:pt x="957714" y="-5765"/>
                  <a:pt x="1119450" y="6407"/>
                  <a:pt x="1262290" y="0"/>
                </a:cubicBezTo>
                <a:cubicBezTo>
                  <a:pt x="1304672" y="187113"/>
                  <a:pt x="1217836" y="346015"/>
                  <a:pt x="1262290" y="451941"/>
                </a:cubicBezTo>
                <a:cubicBezTo>
                  <a:pt x="1306744" y="557867"/>
                  <a:pt x="1211341" y="675955"/>
                  <a:pt x="1262290" y="885050"/>
                </a:cubicBezTo>
                <a:cubicBezTo>
                  <a:pt x="1313239" y="1094145"/>
                  <a:pt x="1259667" y="1222617"/>
                  <a:pt x="1262290" y="1374653"/>
                </a:cubicBezTo>
                <a:cubicBezTo>
                  <a:pt x="1264913" y="1526689"/>
                  <a:pt x="1228471" y="1676585"/>
                  <a:pt x="1262290" y="1883086"/>
                </a:cubicBezTo>
                <a:cubicBezTo>
                  <a:pt x="1168122" y="1898094"/>
                  <a:pt x="1035218" y="1876288"/>
                  <a:pt x="828904" y="1883086"/>
                </a:cubicBezTo>
                <a:cubicBezTo>
                  <a:pt x="622590" y="1889884"/>
                  <a:pt x="508309" y="1879289"/>
                  <a:pt x="382895" y="1883086"/>
                </a:cubicBezTo>
                <a:cubicBezTo>
                  <a:pt x="257481" y="1886883"/>
                  <a:pt x="135423" y="1856341"/>
                  <a:pt x="0" y="1883086"/>
                </a:cubicBezTo>
                <a:cubicBezTo>
                  <a:pt x="-37413" y="1795708"/>
                  <a:pt x="20641" y="1576315"/>
                  <a:pt x="0" y="1468807"/>
                </a:cubicBezTo>
                <a:cubicBezTo>
                  <a:pt x="-20641" y="1361299"/>
                  <a:pt x="34018" y="1182490"/>
                  <a:pt x="0" y="998036"/>
                </a:cubicBezTo>
                <a:cubicBezTo>
                  <a:pt x="-34018" y="813582"/>
                  <a:pt x="52778" y="654652"/>
                  <a:pt x="0" y="508433"/>
                </a:cubicBezTo>
                <a:cubicBezTo>
                  <a:pt x="-52778" y="362214"/>
                  <a:pt x="3084" y="149749"/>
                  <a:pt x="0" y="0"/>
                </a:cubicBezTo>
                <a:close/>
              </a:path>
            </a:pathLst>
          </a:custGeom>
          <a:noFill/>
          <a:ln w="571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2802142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93E97D6-BCCB-30C7-16DD-E766F4285312}"/>
              </a:ext>
            </a:extLst>
          </p:cNvPr>
          <p:cNvSpPr/>
          <p:nvPr/>
        </p:nvSpPr>
        <p:spPr>
          <a:xfrm>
            <a:off x="453932" y="876266"/>
            <a:ext cx="2633300" cy="2679262"/>
          </a:xfrm>
          <a:prstGeom prst="rect">
            <a:avLst/>
          </a:prstGeom>
          <a:noFill/>
          <a:ln w="28575">
            <a:solidFill>
              <a:srgbClr val="AA72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9D6CD1F-E6FD-CD10-A82E-D4732027F60D}"/>
              </a:ext>
            </a:extLst>
          </p:cNvPr>
          <p:cNvSpPr/>
          <p:nvPr/>
        </p:nvSpPr>
        <p:spPr>
          <a:xfrm>
            <a:off x="6911463" y="3463583"/>
            <a:ext cx="4892169" cy="2246162"/>
          </a:xfrm>
          <a:custGeom>
            <a:avLst/>
            <a:gdLst>
              <a:gd name="csX0" fmla="*/ 0 w 4892169"/>
              <a:gd name="csY0" fmla="*/ 0 h 2246162"/>
              <a:gd name="csX1" fmla="*/ 445731 w 4892169"/>
              <a:gd name="csY1" fmla="*/ 0 h 2246162"/>
              <a:gd name="csX2" fmla="*/ 891462 w 4892169"/>
              <a:gd name="csY2" fmla="*/ 0 h 2246162"/>
              <a:gd name="csX3" fmla="*/ 1386115 w 4892169"/>
              <a:gd name="csY3" fmla="*/ 0 h 2246162"/>
              <a:gd name="csX4" fmla="*/ 1831846 w 4892169"/>
              <a:gd name="csY4" fmla="*/ 0 h 2246162"/>
              <a:gd name="csX5" fmla="*/ 2375420 w 4892169"/>
              <a:gd name="csY5" fmla="*/ 0 h 2246162"/>
              <a:gd name="csX6" fmla="*/ 3016838 w 4892169"/>
              <a:gd name="csY6" fmla="*/ 0 h 2246162"/>
              <a:gd name="csX7" fmla="*/ 3511490 w 4892169"/>
              <a:gd name="csY7" fmla="*/ 0 h 2246162"/>
              <a:gd name="csX8" fmla="*/ 4103986 w 4892169"/>
              <a:gd name="csY8" fmla="*/ 0 h 2246162"/>
              <a:gd name="csX9" fmla="*/ 4892169 w 4892169"/>
              <a:gd name="csY9" fmla="*/ 0 h 2246162"/>
              <a:gd name="csX10" fmla="*/ 4892169 w 4892169"/>
              <a:gd name="csY10" fmla="*/ 561541 h 2246162"/>
              <a:gd name="csX11" fmla="*/ 4892169 w 4892169"/>
              <a:gd name="csY11" fmla="*/ 1145543 h 2246162"/>
              <a:gd name="csX12" fmla="*/ 4892169 w 4892169"/>
              <a:gd name="csY12" fmla="*/ 1684622 h 2246162"/>
              <a:gd name="csX13" fmla="*/ 4892169 w 4892169"/>
              <a:gd name="csY13" fmla="*/ 2246162 h 2246162"/>
              <a:gd name="csX14" fmla="*/ 4348595 w 4892169"/>
              <a:gd name="csY14" fmla="*/ 2246162 h 2246162"/>
              <a:gd name="csX15" fmla="*/ 3756099 w 4892169"/>
              <a:gd name="csY15" fmla="*/ 2246162 h 2246162"/>
              <a:gd name="csX16" fmla="*/ 3212524 w 4892169"/>
              <a:gd name="csY16" fmla="*/ 2246162 h 2246162"/>
              <a:gd name="csX17" fmla="*/ 2717872 w 4892169"/>
              <a:gd name="csY17" fmla="*/ 2246162 h 2246162"/>
              <a:gd name="csX18" fmla="*/ 2076454 w 4892169"/>
              <a:gd name="csY18" fmla="*/ 2246162 h 2246162"/>
              <a:gd name="csX19" fmla="*/ 1630723 w 4892169"/>
              <a:gd name="csY19" fmla="*/ 2246162 h 2246162"/>
              <a:gd name="csX20" fmla="*/ 1233914 w 4892169"/>
              <a:gd name="csY20" fmla="*/ 2246162 h 2246162"/>
              <a:gd name="csX21" fmla="*/ 641418 w 4892169"/>
              <a:gd name="csY21" fmla="*/ 2246162 h 2246162"/>
              <a:gd name="csX22" fmla="*/ 0 w 4892169"/>
              <a:gd name="csY22" fmla="*/ 2246162 h 2246162"/>
              <a:gd name="csX23" fmla="*/ 0 w 4892169"/>
              <a:gd name="csY23" fmla="*/ 1684622 h 2246162"/>
              <a:gd name="csX24" fmla="*/ 0 w 4892169"/>
              <a:gd name="csY24" fmla="*/ 1078158 h 2246162"/>
              <a:gd name="csX25" fmla="*/ 0 w 4892169"/>
              <a:gd name="csY25" fmla="*/ 494156 h 2246162"/>
              <a:gd name="csX26" fmla="*/ 0 w 4892169"/>
              <a:gd name="csY26" fmla="*/ 0 h 2246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4892169" h="2246162" extrusionOk="0">
                <a:moveTo>
                  <a:pt x="0" y="0"/>
                </a:moveTo>
                <a:cubicBezTo>
                  <a:pt x="185834" y="-21161"/>
                  <a:pt x="242753" y="30050"/>
                  <a:pt x="445731" y="0"/>
                </a:cubicBezTo>
                <a:cubicBezTo>
                  <a:pt x="648709" y="-30050"/>
                  <a:pt x="704086" y="40370"/>
                  <a:pt x="891462" y="0"/>
                </a:cubicBezTo>
                <a:cubicBezTo>
                  <a:pt x="1078838" y="-40370"/>
                  <a:pt x="1175853" y="2200"/>
                  <a:pt x="1386115" y="0"/>
                </a:cubicBezTo>
                <a:cubicBezTo>
                  <a:pt x="1596377" y="-2200"/>
                  <a:pt x="1636420" y="46106"/>
                  <a:pt x="1831846" y="0"/>
                </a:cubicBezTo>
                <a:cubicBezTo>
                  <a:pt x="2027272" y="-46106"/>
                  <a:pt x="2190356" y="55092"/>
                  <a:pt x="2375420" y="0"/>
                </a:cubicBezTo>
                <a:cubicBezTo>
                  <a:pt x="2560484" y="-55092"/>
                  <a:pt x="2798494" y="54653"/>
                  <a:pt x="3016838" y="0"/>
                </a:cubicBezTo>
                <a:cubicBezTo>
                  <a:pt x="3235182" y="-54653"/>
                  <a:pt x="3349354" y="27806"/>
                  <a:pt x="3511490" y="0"/>
                </a:cubicBezTo>
                <a:cubicBezTo>
                  <a:pt x="3673626" y="-27806"/>
                  <a:pt x="3896717" y="10084"/>
                  <a:pt x="4103986" y="0"/>
                </a:cubicBezTo>
                <a:cubicBezTo>
                  <a:pt x="4311255" y="-10084"/>
                  <a:pt x="4585869" y="91624"/>
                  <a:pt x="4892169" y="0"/>
                </a:cubicBezTo>
                <a:cubicBezTo>
                  <a:pt x="4943623" y="275425"/>
                  <a:pt x="4872156" y="441949"/>
                  <a:pt x="4892169" y="561541"/>
                </a:cubicBezTo>
                <a:cubicBezTo>
                  <a:pt x="4912182" y="681133"/>
                  <a:pt x="4847694" y="981539"/>
                  <a:pt x="4892169" y="1145543"/>
                </a:cubicBezTo>
                <a:cubicBezTo>
                  <a:pt x="4936644" y="1309547"/>
                  <a:pt x="4858554" y="1542962"/>
                  <a:pt x="4892169" y="1684622"/>
                </a:cubicBezTo>
                <a:cubicBezTo>
                  <a:pt x="4925784" y="1826282"/>
                  <a:pt x="4870794" y="2041011"/>
                  <a:pt x="4892169" y="2246162"/>
                </a:cubicBezTo>
                <a:cubicBezTo>
                  <a:pt x="4651922" y="2302422"/>
                  <a:pt x="4498503" y="2241625"/>
                  <a:pt x="4348595" y="2246162"/>
                </a:cubicBezTo>
                <a:cubicBezTo>
                  <a:pt x="4198687" y="2250699"/>
                  <a:pt x="4030860" y="2181375"/>
                  <a:pt x="3756099" y="2246162"/>
                </a:cubicBezTo>
                <a:cubicBezTo>
                  <a:pt x="3481338" y="2310949"/>
                  <a:pt x="3408543" y="2219162"/>
                  <a:pt x="3212524" y="2246162"/>
                </a:cubicBezTo>
                <a:cubicBezTo>
                  <a:pt x="3016506" y="2273162"/>
                  <a:pt x="2931212" y="2222900"/>
                  <a:pt x="2717872" y="2246162"/>
                </a:cubicBezTo>
                <a:cubicBezTo>
                  <a:pt x="2504532" y="2269424"/>
                  <a:pt x="2363175" y="2200580"/>
                  <a:pt x="2076454" y="2246162"/>
                </a:cubicBezTo>
                <a:cubicBezTo>
                  <a:pt x="1789733" y="2291744"/>
                  <a:pt x="1818269" y="2201356"/>
                  <a:pt x="1630723" y="2246162"/>
                </a:cubicBezTo>
                <a:cubicBezTo>
                  <a:pt x="1443177" y="2290968"/>
                  <a:pt x="1423771" y="2230636"/>
                  <a:pt x="1233914" y="2246162"/>
                </a:cubicBezTo>
                <a:cubicBezTo>
                  <a:pt x="1044057" y="2261688"/>
                  <a:pt x="899964" y="2225153"/>
                  <a:pt x="641418" y="2246162"/>
                </a:cubicBezTo>
                <a:cubicBezTo>
                  <a:pt x="382872" y="2267171"/>
                  <a:pt x="272827" y="2241409"/>
                  <a:pt x="0" y="2246162"/>
                </a:cubicBezTo>
                <a:cubicBezTo>
                  <a:pt x="-56525" y="2091280"/>
                  <a:pt x="51776" y="1821799"/>
                  <a:pt x="0" y="1684622"/>
                </a:cubicBezTo>
                <a:cubicBezTo>
                  <a:pt x="-51776" y="1547445"/>
                  <a:pt x="5720" y="1353683"/>
                  <a:pt x="0" y="1078158"/>
                </a:cubicBezTo>
                <a:cubicBezTo>
                  <a:pt x="-5720" y="802633"/>
                  <a:pt x="56266" y="684896"/>
                  <a:pt x="0" y="494156"/>
                </a:cubicBezTo>
                <a:cubicBezTo>
                  <a:pt x="-56266" y="303416"/>
                  <a:pt x="55583" y="187152"/>
                  <a:pt x="0" y="0"/>
                </a:cubicBezTo>
                <a:close/>
              </a:path>
            </a:pathLst>
          </a:custGeom>
          <a:noFill/>
          <a:ln w="57150">
            <a:solidFill>
              <a:srgbClr val="AA72D4"/>
            </a:solidFill>
            <a:extLst>
              <a:ext uri="{C807C97D-BFC1-408E-A445-0C87EB9F89A2}">
                <ask:lineSketchStyleProps xmlns:ask="http://schemas.microsoft.com/office/drawing/2018/sketchyshapes" sd="418127066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9C61B59-28E7-97BB-0C72-7D08800ECE20}"/>
              </a:ext>
            </a:extLst>
          </p:cNvPr>
          <p:cNvSpPr/>
          <p:nvPr/>
        </p:nvSpPr>
        <p:spPr>
          <a:xfrm>
            <a:off x="3785175" y="1856246"/>
            <a:ext cx="3040386" cy="3964060"/>
          </a:xfrm>
          <a:custGeom>
            <a:avLst/>
            <a:gdLst>
              <a:gd name="csX0" fmla="*/ 0 w 3040386"/>
              <a:gd name="csY0" fmla="*/ 0 h 3964060"/>
              <a:gd name="csX1" fmla="*/ 638481 w 3040386"/>
              <a:gd name="csY1" fmla="*/ 0 h 3964060"/>
              <a:gd name="csX2" fmla="*/ 1185751 w 3040386"/>
              <a:gd name="csY2" fmla="*/ 0 h 3964060"/>
              <a:gd name="csX3" fmla="*/ 1733020 w 3040386"/>
              <a:gd name="csY3" fmla="*/ 0 h 3964060"/>
              <a:gd name="csX4" fmla="*/ 2371501 w 3040386"/>
              <a:gd name="csY4" fmla="*/ 0 h 3964060"/>
              <a:gd name="csX5" fmla="*/ 3040386 w 3040386"/>
              <a:gd name="csY5" fmla="*/ 0 h 3964060"/>
              <a:gd name="csX6" fmla="*/ 3040386 w 3040386"/>
              <a:gd name="csY6" fmla="*/ 541755 h 3964060"/>
              <a:gd name="csX7" fmla="*/ 3040386 w 3040386"/>
              <a:gd name="csY7" fmla="*/ 1083510 h 3964060"/>
              <a:gd name="csX8" fmla="*/ 3040386 w 3040386"/>
              <a:gd name="csY8" fmla="*/ 1664905 h 3964060"/>
              <a:gd name="csX9" fmla="*/ 3040386 w 3040386"/>
              <a:gd name="csY9" fmla="*/ 2285941 h 3964060"/>
              <a:gd name="csX10" fmla="*/ 3040386 w 3040386"/>
              <a:gd name="csY10" fmla="*/ 2827696 h 3964060"/>
              <a:gd name="csX11" fmla="*/ 3040386 w 3040386"/>
              <a:gd name="csY11" fmla="*/ 3964060 h 3964060"/>
              <a:gd name="csX12" fmla="*/ 2401905 w 3040386"/>
              <a:gd name="csY12" fmla="*/ 3964060 h 3964060"/>
              <a:gd name="csX13" fmla="*/ 1793828 w 3040386"/>
              <a:gd name="csY13" fmla="*/ 3964060 h 3964060"/>
              <a:gd name="csX14" fmla="*/ 1246558 w 3040386"/>
              <a:gd name="csY14" fmla="*/ 3964060 h 3964060"/>
              <a:gd name="csX15" fmla="*/ 577673 w 3040386"/>
              <a:gd name="csY15" fmla="*/ 3964060 h 3964060"/>
              <a:gd name="csX16" fmla="*/ 0 w 3040386"/>
              <a:gd name="csY16" fmla="*/ 3964060 h 3964060"/>
              <a:gd name="csX17" fmla="*/ 0 w 3040386"/>
              <a:gd name="csY17" fmla="*/ 3382665 h 3964060"/>
              <a:gd name="csX18" fmla="*/ 0 w 3040386"/>
              <a:gd name="csY18" fmla="*/ 2761628 h 3964060"/>
              <a:gd name="csX19" fmla="*/ 0 w 3040386"/>
              <a:gd name="csY19" fmla="*/ 2180233 h 3964060"/>
              <a:gd name="csX20" fmla="*/ 0 w 3040386"/>
              <a:gd name="csY20" fmla="*/ 1559197 h 3964060"/>
              <a:gd name="csX21" fmla="*/ 0 w 3040386"/>
              <a:gd name="csY21" fmla="*/ 1017442 h 3964060"/>
              <a:gd name="csX22" fmla="*/ 0 w 3040386"/>
              <a:gd name="csY22" fmla="*/ 0 h 3964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040386" h="3964060" extrusionOk="0">
                <a:moveTo>
                  <a:pt x="0" y="0"/>
                </a:moveTo>
                <a:cubicBezTo>
                  <a:pt x="319162" y="12570"/>
                  <a:pt x="439994" y="-13235"/>
                  <a:pt x="638481" y="0"/>
                </a:cubicBezTo>
                <a:cubicBezTo>
                  <a:pt x="836968" y="13235"/>
                  <a:pt x="923193" y="-12219"/>
                  <a:pt x="1185751" y="0"/>
                </a:cubicBezTo>
                <a:cubicBezTo>
                  <a:pt x="1448309" y="12219"/>
                  <a:pt x="1526783" y="-11155"/>
                  <a:pt x="1733020" y="0"/>
                </a:cubicBezTo>
                <a:cubicBezTo>
                  <a:pt x="1939257" y="11155"/>
                  <a:pt x="2191927" y="-2190"/>
                  <a:pt x="2371501" y="0"/>
                </a:cubicBezTo>
                <a:cubicBezTo>
                  <a:pt x="2551075" y="2190"/>
                  <a:pt x="2841056" y="32543"/>
                  <a:pt x="3040386" y="0"/>
                </a:cubicBezTo>
                <a:cubicBezTo>
                  <a:pt x="3064143" y="188307"/>
                  <a:pt x="3059355" y="300303"/>
                  <a:pt x="3040386" y="541755"/>
                </a:cubicBezTo>
                <a:cubicBezTo>
                  <a:pt x="3021417" y="783208"/>
                  <a:pt x="3066771" y="821198"/>
                  <a:pt x="3040386" y="1083510"/>
                </a:cubicBezTo>
                <a:cubicBezTo>
                  <a:pt x="3014001" y="1345822"/>
                  <a:pt x="3059393" y="1527516"/>
                  <a:pt x="3040386" y="1664905"/>
                </a:cubicBezTo>
                <a:cubicBezTo>
                  <a:pt x="3021379" y="1802295"/>
                  <a:pt x="3037466" y="2078809"/>
                  <a:pt x="3040386" y="2285941"/>
                </a:cubicBezTo>
                <a:cubicBezTo>
                  <a:pt x="3043306" y="2493073"/>
                  <a:pt x="3058280" y="2583497"/>
                  <a:pt x="3040386" y="2827696"/>
                </a:cubicBezTo>
                <a:cubicBezTo>
                  <a:pt x="3022492" y="3071895"/>
                  <a:pt x="3013240" y="3663122"/>
                  <a:pt x="3040386" y="3964060"/>
                </a:cubicBezTo>
                <a:cubicBezTo>
                  <a:pt x="2771577" y="3932975"/>
                  <a:pt x="2716585" y="3946328"/>
                  <a:pt x="2401905" y="3964060"/>
                </a:cubicBezTo>
                <a:cubicBezTo>
                  <a:pt x="2087225" y="3981792"/>
                  <a:pt x="2055778" y="3974061"/>
                  <a:pt x="1793828" y="3964060"/>
                </a:cubicBezTo>
                <a:cubicBezTo>
                  <a:pt x="1531878" y="3954059"/>
                  <a:pt x="1407346" y="3961576"/>
                  <a:pt x="1246558" y="3964060"/>
                </a:cubicBezTo>
                <a:cubicBezTo>
                  <a:pt x="1085770" y="3966545"/>
                  <a:pt x="766704" y="3971036"/>
                  <a:pt x="577673" y="3964060"/>
                </a:cubicBezTo>
                <a:cubicBezTo>
                  <a:pt x="388642" y="3957084"/>
                  <a:pt x="134002" y="3984160"/>
                  <a:pt x="0" y="3964060"/>
                </a:cubicBezTo>
                <a:cubicBezTo>
                  <a:pt x="-23000" y="3742592"/>
                  <a:pt x="21741" y="3590205"/>
                  <a:pt x="0" y="3382665"/>
                </a:cubicBezTo>
                <a:cubicBezTo>
                  <a:pt x="-21741" y="3175125"/>
                  <a:pt x="-17532" y="3057511"/>
                  <a:pt x="0" y="2761628"/>
                </a:cubicBezTo>
                <a:cubicBezTo>
                  <a:pt x="17532" y="2465745"/>
                  <a:pt x="23514" y="2379552"/>
                  <a:pt x="0" y="2180233"/>
                </a:cubicBezTo>
                <a:cubicBezTo>
                  <a:pt x="-23514" y="1980914"/>
                  <a:pt x="-3933" y="1797682"/>
                  <a:pt x="0" y="1559197"/>
                </a:cubicBezTo>
                <a:cubicBezTo>
                  <a:pt x="3933" y="1320712"/>
                  <a:pt x="22182" y="1195480"/>
                  <a:pt x="0" y="1017442"/>
                </a:cubicBezTo>
                <a:cubicBezTo>
                  <a:pt x="-22182" y="839404"/>
                  <a:pt x="-18874" y="393658"/>
                  <a:pt x="0" y="0"/>
                </a:cubicBezTo>
                <a:close/>
              </a:path>
            </a:pathLst>
          </a:custGeom>
          <a:noFill/>
          <a:ln w="571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0394004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B4E7201-C07A-C535-6521-4153749B9CB3}"/>
              </a:ext>
            </a:extLst>
          </p:cNvPr>
          <p:cNvSpPr/>
          <p:nvPr/>
        </p:nvSpPr>
        <p:spPr>
          <a:xfrm>
            <a:off x="3788174" y="1856245"/>
            <a:ext cx="5359478" cy="1026251"/>
          </a:xfrm>
          <a:custGeom>
            <a:avLst/>
            <a:gdLst>
              <a:gd name="csX0" fmla="*/ 0 w 5359478"/>
              <a:gd name="csY0" fmla="*/ 0 h 1026251"/>
              <a:gd name="csX1" fmla="*/ 702687 w 5359478"/>
              <a:gd name="csY1" fmla="*/ 0 h 1026251"/>
              <a:gd name="csX2" fmla="*/ 1244590 w 5359478"/>
              <a:gd name="csY2" fmla="*/ 0 h 1026251"/>
              <a:gd name="csX3" fmla="*/ 1679303 w 5359478"/>
              <a:gd name="csY3" fmla="*/ 0 h 1026251"/>
              <a:gd name="csX4" fmla="*/ 2167611 w 5359478"/>
              <a:gd name="csY4" fmla="*/ 0 h 1026251"/>
              <a:gd name="csX5" fmla="*/ 2763109 w 5359478"/>
              <a:gd name="csY5" fmla="*/ 0 h 1026251"/>
              <a:gd name="csX6" fmla="*/ 3465796 w 5359478"/>
              <a:gd name="csY6" fmla="*/ 0 h 1026251"/>
              <a:gd name="csX7" fmla="*/ 4168483 w 5359478"/>
              <a:gd name="csY7" fmla="*/ 0 h 1026251"/>
              <a:gd name="csX8" fmla="*/ 4603196 w 5359478"/>
              <a:gd name="csY8" fmla="*/ 0 h 1026251"/>
              <a:gd name="csX9" fmla="*/ 5359478 w 5359478"/>
              <a:gd name="csY9" fmla="*/ 0 h 1026251"/>
              <a:gd name="csX10" fmla="*/ 5359478 w 5359478"/>
              <a:gd name="csY10" fmla="*/ 523388 h 1026251"/>
              <a:gd name="csX11" fmla="*/ 5359478 w 5359478"/>
              <a:gd name="csY11" fmla="*/ 1026251 h 1026251"/>
              <a:gd name="csX12" fmla="*/ 4817575 w 5359478"/>
              <a:gd name="csY12" fmla="*/ 1026251 h 1026251"/>
              <a:gd name="csX13" fmla="*/ 4382862 w 5359478"/>
              <a:gd name="csY13" fmla="*/ 1026251 h 1026251"/>
              <a:gd name="csX14" fmla="*/ 3948149 w 5359478"/>
              <a:gd name="csY14" fmla="*/ 1026251 h 1026251"/>
              <a:gd name="csX15" fmla="*/ 3406246 w 5359478"/>
              <a:gd name="csY15" fmla="*/ 1026251 h 1026251"/>
              <a:gd name="csX16" fmla="*/ 2864343 w 5359478"/>
              <a:gd name="csY16" fmla="*/ 1026251 h 1026251"/>
              <a:gd name="csX17" fmla="*/ 2429630 w 5359478"/>
              <a:gd name="csY17" fmla="*/ 1026251 h 1026251"/>
              <a:gd name="csX18" fmla="*/ 1994917 w 5359478"/>
              <a:gd name="csY18" fmla="*/ 1026251 h 1026251"/>
              <a:gd name="csX19" fmla="*/ 1345824 w 5359478"/>
              <a:gd name="csY19" fmla="*/ 1026251 h 1026251"/>
              <a:gd name="csX20" fmla="*/ 643137 w 5359478"/>
              <a:gd name="csY20" fmla="*/ 1026251 h 1026251"/>
              <a:gd name="csX21" fmla="*/ 0 w 5359478"/>
              <a:gd name="csY21" fmla="*/ 1026251 h 1026251"/>
              <a:gd name="csX22" fmla="*/ 0 w 5359478"/>
              <a:gd name="csY22" fmla="*/ 513126 h 1026251"/>
              <a:gd name="csX23" fmla="*/ 0 w 5359478"/>
              <a:gd name="csY23" fmla="*/ 0 h 10262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5359478" h="1026251" extrusionOk="0">
                <a:moveTo>
                  <a:pt x="0" y="0"/>
                </a:moveTo>
                <a:cubicBezTo>
                  <a:pt x="229149" y="-30157"/>
                  <a:pt x="359764" y="10444"/>
                  <a:pt x="702687" y="0"/>
                </a:cubicBezTo>
                <a:cubicBezTo>
                  <a:pt x="1045610" y="-10444"/>
                  <a:pt x="1075009" y="38390"/>
                  <a:pt x="1244590" y="0"/>
                </a:cubicBezTo>
                <a:cubicBezTo>
                  <a:pt x="1414171" y="-38390"/>
                  <a:pt x="1521387" y="30407"/>
                  <a:pt x="1679303" y="0"/>
                </a:cubicBezTo>
                <a:cubicBezTo>
                  <a:pt x="1837219" y="-30407"/>
                  <a:pt x="2003910" y="55426"/>
                  <a:pt x="2167611" y="0"/>
                </a:cubicBezTo>
                <a:cubicBezTo>
                  <a:pt x="2331312" y="-55426"/>
                  <a:pt x="2582642" y="40817"/>
                  <a:pt x="2763109" y="0"/>
                </a:cubicBezTo>
                <a:cubicBezTo>
                  <a:pt x="2943576" y="-40817"/>
                  <a:pt x="3267143" y="29183"/>
                  <a:pt x="3465796" y="0"/>
                </a:cubicBezTo>
                <a:cubicBezTo>
                  <a:pt x="3664449" y="-29183"/>
                  <a:pt x="3875558" y="11812"/>
                  <a:pt x="4168483" y="0"/>
                </a:cubicBezTo>
                <a:cubicBezTo>
                  <a:pt x="4461408" y="-11812"/>
                  <a:pt x="4442172" y="11836"/>
                  <a:pt x="4603196" y="0"/>
                </a:cubicBezTo>
                <a:cubicBezTo>
                  <a:pt x="4764220" y="-11836"/>
                  <a:pt x="5047254" y="9908"/>
                  <a:pt x="5359478" y="0"/>
                </a:cubicBezTo>
                <a:cubicBezTo>
                  <a:pt x="5368512" y="240994"/>
                  <a:pt x="5342981" y="340999"/>
                  <a:pt x="5359478" y="523388"/>
                </a:cubicBezTo>
                <a:cubicBezTo>
                  <a:pt x="5375975" y="705777"/>
                  <a:pt x="5333704" y="835776"/>
                  <a:pt x="5359478" y="1026251"/>
                </a:cubicBezTo>
                <a:cubicBezTo>
                  <a:pt x="5237662" y="1032084"/>
                  <a:pt x="5001404" y="999954"/>
                  <a:pt x="4817575" y="1026251"/>
                </a:cubicBezTo>
                <a:cubicBezTo>
                  <a:pt x="4633746" y="1052548"/>
                  <a:pt x="4550460" y="1006873"/>
                  <a:pt x="4382862" y="1026251"/>
                </a:cubicBezTo>
                <a:cubicBezTo>
                  <a:pt x="4215264" y="1045629"/>
                  <a:pt x="4159222" y="989183"/>
                  <a:pt x="3948149" y="1026251"/>
                </a:cubicBezTo>
                <a:cubicBezTo>
                  <a:pt x="3737076" y="1063319"/>
                  <a:pt x="3632059" y="1005324"/>
                  <a:pt x="3406246" y="1026251"/>
                </a:cubicBezTo>
                <a:cubicBezTo>
                  <a:pt x="3180433" y="1047178"/>
                  <a:pt x="3123658" y="1001911"/>
                  <a:pt x="2864343" y="1026251"/>
                </a:cubicBezTo>
                <a:cubicBezTo>
                  <a:pt x="2605028" y="1050591"/>
                  <a:pt x="2599225" y="1012660"/>
                  <a:pt x="2429630" y="1026251"/>
                </a:cubicBezTo>
                <a:cubicBezTo>
                  <a:pt x="2260035" y="1039842"/>
                  <a:pt x="2130276" y="1025314"/>
                  <a:pt x="1994917" y="1026251"/>
                </a:cubicBezTo>
                <a:cubicBezTo>
                  <a:pt x="1859558" y="1027188"/>
                  <a:pt x="1533468" y="966999"/>
                  <a:pt x="1345824" y="1026251"/>
                </a:cubicBezTo>
                <a:cubicBezTo>
                  <a:pt x="1158180" y="1085503"/>
                  <a:pt x="992420" y="982759"/>
                  <a:pt x="643137" y="1026251"/>
                </a:cubicBezTo>
                <a:cubicBezTo>
                  <a:pt x="293854" y="1069743"/>
                  <a:pt x="204797" y="963312"/>
                  <a:pt x="0" y="1026251"/>
                </a:cubicBezTo>
                <a:cubicBezTo>
                  <a:pt x="-34695" y="838917"/>
                  <a:pt x="21404" y="633481"/>
                  <a:pt x="0" y="513126"/>
                </a:cubicBezTo>
                <a:cubicBezTo>
                  <a:pt x="-21404" y="392771"/>
                  <a:pt x="7840" y="128352"/>
                  <a:pt x="0" y="0"/>
                </a:cubicBezTo>
                <a:close/>
              </a:path>
            </a:pathLst>
          </a:custGeom>
          <a:noFill/>
          <a:ln w="571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914077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F3D1C003-7051-6196-EE42-786A57976CD9}"/>
              </a:ext>
            </a:extLst>
          </p:cNvPr>
          <p:cNvCxnSpPr>
            <a:cxnSpLocks/>
            <a:stCxn id="97" idx="2"/>
            <a:endCxn id="95" idx="2"/>
          </p:cNvCxnSpPr>
          <p:nvPr/>
        </p:nvCxnSpPr>
        <p:spPr>
          <a:xfrm rot="10800000" flipH="1">
            <a:off x="67665" y="3463584"/>
            <a:ext cx="865673" cy="609104"/>
          </a:xfrm>
          <a:prstGeom prst="bentConnector3">
            <a:avLst>
              <a:gd name="adj1" fmla="val -264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2BECB978-F23D-1674-8D64-B1ECB542BE23}"/>
              </a:ext>
            </a:extLst>
          </p:cNvPr>
          <p:cNvSpPr/>
          <p:nvPr/>
        </p:nvSpPr>
        <p:spPr>
          <a:xfrm>
            <a:off x="933339" y="3423306"/>
            <a:ext cx="68361" cy="805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58018CC-A05D-811C-4919-98FF0DF32C65}"/>
              </a:ext>
            </a:extLst>
          </p:cNvPr>
          <p:cNvSpPr/>
          <p:nvPr/>
        </p:nvSpPr>
        <p:spPr>
          <a:xfrm>
            <a:off x="67666" y="3987433"/>
            <a:ext cx="656876" cy="1705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/>
              <a:t>Move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C3F5EBC-643A-7AE4-C2CA-6D940ED65A39}"/>
              </a:ext>
            </a:extLst>
          </p:cNvPr>
          <p:cNvCxnSpPr>
            <a:cxnSpLocks/>
            <a:stCxn id="45" idx="0"/>
          </p:cNvCxnSpPr>
          <p:nvPr/>
        </p:nvCxnSpPr>
        <p:spPr>
          <a:xfrm rot="16200000" flipH="1" flipV="1">
            <a:off x="4535241" y="1331151"/>
            <a:ext cx="7885" cy="5475192"/>
          </a:xfrm>
          <a:prstGeom prst="bentConnector4">
            <a:avLst>
              <a:gd name="adj1" fmla="val -9623323"/>
              <a:gd name="adj2" fmla="val 50211"/>
            </a:avLst>
          </a:prstGeom>
          <a:ln w="381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65DCB78-81D9-2D06-824E-2AF49C01958D}"/>
              </a:ext>
            </a:extLst>
          </p:cNvPr>
          <p:cNvSpPr txBox="1"/>
          <p:nvPr/>
        </p:nvSpPr>
        <p:spPr>
          <a:xfrm>
            <a:off x="10280032" y="5350480"/>
            <a:ext cx="1636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AA72D4"/>
                </a:solidFill>
              </a:rPr>
              <a:t>Continuants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9CCB6F-D61C-D9F7-3720-008E18740D15}"/>
              </a:ext>
            </a:extLst>
          </p:cNvPr>
          <p:cNvSpPr txBox="1"/>
          <p:nvPr/>
        </p:nvSpPr>
        <p:spPr>
          <a:xfrm>
            <a:off x="3699273" y="5493600"/>
            <a:ext cx="1636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Occurrents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D1BC84-B560-5FE6-876D-C6FC8D04D4FE}"/>
              </a:ext>
            </a:extLst>
          </p:cNvPr>
          <p:cNvSpPr/>
          <p:nvPr/>
        </p:nvSpPr>
        <p:spPr>
          <a:xfrm>
            <a:off x="6449404" y="4995288"/>
            <a:ext cx="145997" cy="768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AAE20A3-28A0-EC5B-E85C-14CE47E8203B}"/>
              </a:ext>
            </a:extLst>
          </p:cNvPr>
          <p:cNvSpPr/>
          <p:nvPr/>
        </p:nvSpPr>
        <p:spPr>
          <a:xfrm>
            <a:off x="11026588" y="3579597"/>
            <a:ext cx="45719" cy="1293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7F44BCB-73B6-A954-BE95-869290FBC78E}"/>
              </a:ext>
            </a:extLst>
          </p:cNvPr>
          <p:cNvSpPr/>
          <p:nvPr/>
        </p:nvSpPr>
        <p:spPr>
          <a:xfrm>
            <a:off x="7253728" y="4064805"/>
            <a:ext cx="46104" cy="931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68FFD5F4-FEA0-20E9-908D-7DBD69EE216F}"/>
              </a:ext>
            </a:extLst>
          </p:cNvPr>
          <p:cNvCxnSpPr>
            <a:cxnSpLocks/>
            <a:stCxn id="18" idx="2"/>
          </p:cNvCxnSpPr>
          <p:nvPr/>
        </p:nvCxnSpPr>
        <p:spPr>
          <a:xfrm rot="5400000" flipH="1">
            <a:off x="4009010" y="2558737"/>
            <a:ext cx="525729" cy="4501057"/>
          </a:xfrm>
          <a:prstGeom prst="bentConnector4">
            <a:avLst>
              <a:gd name="adj1" fmla="val -43482"/>
              <a:gd name="adj2" fmla="val 50811"/>
            </a:avLst>
          </a:prstGeom>
          <a:ln w="381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D4F20B7D-84D4-6DE6-8582-4515AF5C7FAC}"/>
              </a:ext>
            </a:extLst>
          </p:cNvPr>
          <p:cNvSpPr/>
          <p:nvPr/>
        </p:nvSpPr>
        <p:spPr>
          <a:xfrm>
            <a:off x="8276162" y="5576866"/>
            <a:ext cx="145997" cy="768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823A17-30D2-D26E-AE3B-96D77BE72059}"/>
              </a:ext>
            </a:extLst>
          </p:cNvPr>
          <p:cNvSpPr txBox="1"/>
          <p:nvPr/>
        </p:nvSpPr>
        <p:spPr>
          <a:xfrm>
            <a:off x="1891180" y="535152"/>
            <a:ext cx="1636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AA72D4"/>
                </a:solidFill>
              </a:rPr>
              <a:t>Continuants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7619BE-4FE8-CE2F-787B-52A3A25FF75B}"/>
              </a:ext>
            </a:extLst>
          </p:cNvPr>
          <p:cNvSpPr/>
          <p:nvPr/>
        </p:nvSpPr>
        <p:spPr>
          <a:xfrm>
            <a:off x="3833815" y="2782540"/>
            <a:ext cx="2965821" cy="179173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BCA9AA-99D4-614E-9507-779FA045F8DE}"/>
              </a:ext>
            </a:extLst>
          </p:cNvPr>
          <p:cNvSpPr/>
          <p:nvPr/>
        </p:nvSpPr>
        <p:spPr>
          <a:xfrm rot="5400000">
            <a:off x="6344543" y="2332900"/>
            <a:ext cx="979101" cy="100189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C83533-589E-CF4A-0C5A-F47234395803}"/>
              </a:ext>
            </a:extLst>
          </p:cNvPr>
          <p:cNvSpPr/>
          <p:nvPr/>
        </p:nvSpPr>
        <p:spPr>
          <a:xfrm rot="5400000">
            <a:off x="8700602" y="2315191"/>
            <a:ext cx="860785" cy="111653"/>
          </a:xfrm>
          <a:prstGeom prst="rect">
            <a:avLst/>
          </a:prstGeom>
          <a:solidFill>
            <a:srgbClr val="E2E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01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0453D-3A90-9F76-86A2-108F5248C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645F9B6-878D-CBC6-F449-0457127D4E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33" r="8864"/>
          <a:stretch/>
        </p:blipFill>
        <p:spPr>
          <a:xfrm>
            <a:off x="3666811" y="466825"/>
            <a:ext cx="8493522" cy="59640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BA0F45-3ABC-E527-0D25-8B5D3A825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452" y="-1131742"/>
            <a:ext cx="4224482" cy="1093589"/>
          </a:xfrm>
        </p:spPr>
        <p:txBody>
          <a:bodyPr>
            <a:normAutofit fontScale="90000"/>
          </a:bodyPr>
          <a:lstStyle/>
          <a:p>
            <a:pPr algn="r"/>
            <a:r>
              <a:rPr lang="en-US"/>
              <a:t>MF Ontology Mappings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3C5DF2-156D-01A6-2C3B-EE8A819E5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6" y="511462"/>
            <a:ext cx="3640494" cy="591946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483EBCA5-6483-4FA7-BBD9-EA3CF2B5439D}"/>
              </a:ext>
            </a:extLst>
          </p:cNvPr>
          <p:cNvCxnSpPr>
            <a:cxnSpLocks/>
          </p:cNvCxnSpPr>
          <p:nvPr/>
        </p:nvCxnSpPr>
        <p:spPr>
          <a:xfrm>
            <a:off x="2228174" y="3766717"/>
            <a:ext cx="4824476" cy="1035756"/>
          </a:xfrm>
          <a:prstGeom prst="curvedConnector3">
            <a:avLst>
              <a:gd name="adj1" fmla="val 62198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0913FAE5-B80B-D5F4-751B-7188FE2887C2}"/>
              </a:ext>
            </a:extLst>
          </p:cNvPr>
          <p:cNvCxnSpPr>
            <a:cxnSpLocks/>
          </p:cNvCxnSpPr>
          <p:nvPr/>
        </p:nvCxnSpPr>
        <p:spPr>
          <a:xfrm>
            <a:off x="2100404" y="2471596"/>
            <a:ext cx="6210677" cy="1608863"/>
          </a:xfrm>
          <a:prstGeom prst="curvedConnector3">
            <a:avLst>
              <a:gd name="adj1" fmla="val 102915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327B6DF-1AFB-2BEA-5401-F5118AE5235A}"/>
              </a:ext>
            </a:extLst>
          </p:cNvPr>
          <p:cNvSpPr/>
          <p:nvPr/>
        </p:nvSpPr>
        <p:spPr>
          <a:xfrm>
            <a:off x="9213572" y="5363852"/>
            <a:ext cx="347601" cy="11499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1C7A8D92-72B2-9AFF-D60E-C53088EC9544}"/>
              </a:ext>
            </a:extLst>
          </p:cNvPr>
          <p:cNvCxnSpPr>
            <a:cxnSpLocks/>
            <a:endCxn id="88" idx="2"/>
          </p:cNvCxnSpPr>
          <p:nvPr/>
        </p:nvCxnSpPr>
        <p:spPr>
          <a:xfrm flipV="1">
            <a:off x="2072701" y="3770474"/>
            <a:ext cx="1548364" cy="1295216"/>
          </a:xfrm>
          <a:prstGeom prst="curved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D40BAEA6-EE2C-F76A-772A-149C6062A201}"/>
              </a:ext>
            </a:extLst>
          </p:cNvPr>
          <p:cNvCxnSpPr>
            <a:cxnSpLocks/>
            <a:stCxn id="42" idx="6"/>
            <a:endCxn id="86" idx="2"/>
          </p:cNvCxnSpPr>
          <p:nvPr/>
        </p:nvCxnSpPr>
        <p:spPr>
          <a:xfrm flipV="1">
            <a:off x="1935472" y="4080459"/>
            <a:ext cx="1654626" cy="2056646"/>
          </a:xfrm>
          <a:prstGeom prst="curved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6DBD7993-3BDA-D354-D6F7-4491791D448B}"/>
              </a:ext>
            </a:extLst>
          </p:cNvPr>
          <p:cNvSpPr/>
          <p:nvPr/>
        </p:nvSpPr>
        <p:spPr>
          <a:xfrm>
            <a:off x="4245663" y="5311146"/>
            <a:ext cx="347601" cy="11499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D8F0C83-567B-BC1C-76D9-BC0E8259C8C5}"/>
              </a:ext>
            </a:extLst>
          </p:cNvPr>
          <p:cNvSpPr/>
          <p:nvPr/>
        </p:nvSpPr>
        <p:spPr>
          <a:xfrm>
            <a:off x="1587871" y="6079609"/>
            <a:ext cx="347601" cy="11499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FF3651AF-C345-F08F-C989-141EE4690592}"/>
              </a:ext>
            </a:extLst>
          </p:cNvPr>
          <p:cNvCxnSpPr>
            <a:cxnSpLocks/>
          </p:cNvCxnSpPr>
          <p:nvPr/>
        </p:nvCxnSpPr>
        <p:spPr>
          <a:xfrm>
            <a:off x="2228174" y="3603809"/>
            <a:ext cx="3121989" cy="1547589"/>
          </a:xfrm>
          <a:prstGeom prst="curved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165C13E7-B2B5-9C91-17A2-2A76A50EEF85}"/>
              </a:ext>
            </a:extLst>
          </p:cNvPr>
          <p:cNvCxnSpPr>
            <a:cxnSpLocks/>
          </p:cNvCxnSpPr>
          <p:nvPr/>
        </p:nvCxnSpPr>
        <p:spPr>
          <a:xfrm flipV="1">
            <a:off x="2100404" y="5318063"/>
            <a:ext cx="6880634" cy="262860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2F1FF478-699C-2779-F2EC-BF6D9B1BAC6F}"/>
              </a:ext>
            </a:extLst>
          </p:cNvPr>
          <p:cNvCxnSpPr>
            <a:cxnSpLocks/>
          </p:cNvCxnSpPr>
          <p:nvPr/>
        </p:nvCxnSpPr>
        <p:spPr>
          <a:xfrm flipV="1">
            <a:off x="2072701" y="5311146"/>
            <a:ext cx="6908337" cy="669547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2440ABE3-73F5-65C6-C6E9-7ED592B39669}"/>
              </a:ext>
            </a:extLst>
          </p:cNvPr>
          <p:cNvCxnSpPr>
            <a:cxnSpLocks/>
          </p:cNvCxnSpPr>
          <p:nvPr/>
        </p:nvCxnSpPr>
        <p:spPr>
          <a:xfrm>
            <a:off x="2100404" y="4765795"/>
            <a:ext cx="6880634" cy="552268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C5236F7C-4DB2-9EBF-8EA0-6CB4B76D3FA1}"/>
              </a:ext>
            </a:extLst>
          </p:cNvPr>
          <p:cNvCxnSpPr>
            <a:cxnSpLocks/>
          </p:cNvCxnSpPr>
          <p:nvPr/>
        </p:nvCxnSpPr>
        <p:spPr>
          <a:xfrm>
            <a:off x="2228174" y="4315564"/>
            <a:ext cx="6752864" cy="995582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23D6B6E3-1629-E10D-5036-3ACD2D88B172}"/>
              </a:ext>
            </a:extLst>
          </p:cNvPr>
          <p:cNvSpPr/>
          <p:nvPr/>
        </p:nvSpPr>
        <p:spPr>
          <a:xfrm>
            <a:off x="3590098" y="4022963"/>
            <a:ext cx="347601" cy="11499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C998897-2CAB-3822-5362-8E8FC8C8A3EA}"/>
              </a:ext>
            </a:extLst>
          </p:cNvPr>
          <p:cNvSpPr/>
          <p:nvPr/>
        </p:nvSpPr>
        <p:spPr>
          <a:xfrm>
            <a:off x="3621065" y="3712978"/>
            <a:ext cx="347601" cy="11499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E25C3E93-9603-8182-4304-4EDB75E60C7A}"/>
              </a:ext>
            </a:extLst>
          </p:cNvPr>
          <p:cNvCxnSpPr>
            <a:cxnSpLocks/>
          </p:cNvCxnSpPr>
          <p:nvPr/>
        </p:nvCxnSpPr>
        <p:spPr>
          <a:xfrm>
            <a:off x="3666811" y="2286000"/>
            <a:ext cx="5681470" cy="2865398"/>
          </a:xfrm>
          <a:prstGeom prst="curvedConnector3">
            <a:avLst>
              <a:gd name="adj1" fmla="val 10479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342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4485" y="45201"/>
            <a:ext cx="8575338" cy="64060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 rot="10800000">
            <a:off x="866221" y="826304"/>
            <a:ext cx="7385467" cy="51860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76029" y="201257"/>
            <a:ext cx="8304867" cy="48521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External Factors: Contextual and Environmental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6028" y="6098543"/>
            <a:ext cx="8304867" cy="44700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External Factors: Contextual and Environmental 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5969" y="996265"/>
            <a:ext cx="3027849" cy="11244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Receives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sensory information (including sensory feedback)</a:t>
            </a:r>
            <a:endParaRPr kumimoji="0" lang="en-US" sz="1800" b="1" i="1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34845" y="2274006"/>
            <a:ext cx="5577840" cy="19607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THROUGHPUT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Perceives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sensory and Feedback information and</a:t>
            </a:r>
            <a:endParaRPr kumimoji="0" lang="en-US" sz="18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Processes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using neurocognitive functions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Feedback Appraisal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(outcomes Adaptive? Effective?)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Organizes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</a:t>
            </a:r>
            <a:r>
              <a:rPr kumimoji="0" lang="en-US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Interprets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information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Decides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upon a response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06915" y="4458732"/>
            <a:ext cx="2873489" cy="9864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Observable behavior</a:t>
            </a:r>
          </a:p>
        </p:txBody>
      </p:sp>
      <p:sp>
        <p:nvSpPr>
          <p:cNvPr id="13" name="Down Arrow 12"/>
          <p:cNvSpPr/>
          <p:nvPr/>
        </p:nvSpPr>
        <p:spPr>
          <a:xfrm flipH="1">
            <a:off x="5722653" y="582255"/>
            <a:ext cx="479361" cy="5828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 rot="5400000">
            <a:off x="5815960" y="3235908"/>
            <a:ext cx="5397830" cy="29896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External Factors: Contextual and Environmental </a:t>
            </a:r>
          </a:p>
        </p:txBody>
      </p:sp>
      <p:sp>
        <p:nvSpPr>
          <p:cNvPr id="17" name="Rounded Rectangle 16"/>
          <p:cNvSpPr/>
          <p:nvPr/>
        </p:nvSpPr>
        <p:spPr>
          <a:xfrm rot="-5400000">
            <a:off x="-2096908" y="3193293"/>
            <a:ext cx="5397831" cy="41266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External Factors: Contextual and Environmental </a:t>
            </a:r>
          </a:p>
        </p:txBody>
      </p:sp>
      <p:sp>
        <p:nvSpPr>
          <p:cNvPr id="18" name="Down Arrow 17"/>
          <p:cNvSpPr/>
          <p:nvPr/>
        </p:nvSpPr>
        <p:spPr>
          <a:xfrm flipH="1">
            <a:off x="5766196" y="5441820"/>
            <a:ext cx="512284" cy="6353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85575" y="1689862"/>
            <a:ext cx="271391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Body Structures: Eye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7687" y="2794004"/>
            <a:ext cx="2796588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THROUGHPUT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Body Structure: Brain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Body Functions: Mental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Health Condition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Person Factors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25715" y="4651992"/>
            <a:ext cx="2821695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Mental </a:t>
            </a:r>
            <a:r>
              <a:rPr kumimoji="0" lang="en-US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Physical Functioning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Activities &amp; Participation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7637" y="94910"/>
            <a:ext cx="17566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ICF Adapted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8889" y="4401100"/>
            <a:ext cx="2159815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of one’s actions</a:t>
            </a:r>
          </a:p>
        </p:txBody>
      </p:sp>
      <p:sp>
        <p:nvSpPr>
          <p:cNvPr id="39" name="Bent Arrow 38"/>
          <p:cNvSpPr/>
          <p:nvPr/>
        </p:nvSpPr>
        <p:spPr>
          <a:xfrm>
            <a:off x="1357799" y="1165146"/>
            <a:ext cx="2012092" cy="3069577"/>
          </a:xfrm>
          <a:prstGeom prst="bentArrow">
            <a:avLst>
              <a:gd name="adj1" fmla="val 13760"/>
              <a:gd name="adj2" fmla="val 17576"/>
              <a:gd name="adj3" fmla="val 21931"/>
              <a:gd name="adj4" fmla="val 399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717878" y="1260662"/>
            <a:ext cx="1394807" cy="10054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33499" y="582255"/>
            <a:ext cx="2713911" cy="92333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EXTERNAL FACTORS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Contextual Factors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Environmental</a:t>
            </a:r>
          </a:p>
        </p:txBody>
      </p:sp>
      <p:sp>
        <p:nvSpPr>
          <p:cNvPr id="30" name="TextBox 29"/>
          <p:cNvSpPr txBox="1"/>
          <p:nvPr/>
        </p:nvSpPr>
        <p:spPr>
          <a:xfrm flipH="1">
            <a:off x="8931252" y="94910"/>
            <a:ext cx="3010619" cy="637422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Down Arrow 39"/>
          <p:cNvSpPr/>
          <p:nvPr/>
        </p:nvSpPr>
        <p:spPr>
          <a:xfrm rot="5400000" flipH="1">
            <a:off x="3455356" y="4866511"/>
            <a:ext cx="512284" cy="6832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905835" y="4331404"/>
            <a:ext cx="1173834" cy="1239867"/>
          </a:xfrm>
          <a:prstGeom prst="rect">
            <a:avLst/>
          </a:prstGeom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id="{5F7752A3-4B59-41AE-AF0E-D981CF5AAC85}"/>
              </a:ext>
            </a:extLst>
          </p:cNvPr>
          <p:cNvSpPr/>
          <p:nvPr/>
        </p:nvSpPr>
        <p:spPr>
          <a:xfrm>
            <a:off x="11390941" y="1344928"/>
            <a:ext cx="253792" cy="5286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286B12C-AF33-49FE-9962-EAF5AB4C350D}"/>
              </a:ext>
            </a:extLst>
          </p:cNvPr>
          <p:cNvSpPr/>
          <p:nvPr/>
        </p:nvSpPr>
        <p:spPr>
          <a:xfrm>
            <a:off x="11352969" y="2331377"/>
            <a:ext cx="278489" cy="5286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603152BC-1DD7-45CD-8B3F-5DA6C36D4B66}"/>
              </a:ext>
            </a:extLst>
          </p:cNvPr>
          <p:cNvSpPr/>
          <p:nvPr/>
        </p:nvSpPr>
        <p:spPr>
          <a:xfrm>
            <a:off x="11559760" y="4364420"/>
            <a:ext cx="236566" cy="5286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85D9E3D9-397F-495E-9136-107826AD157A}"/>
              </a:ext>
            </a:extLst>
          </p:cNvPr>
          <p:cNvSpPr/>
          <p:nvPr/>
        </p:nvSpPr>
        <p:spPr>
          <a:xfrm>
            <a:off x="1357799" y="5335149"/>
            <a:ext cx="484632" cy="76339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380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87E45D-63A3-DF00-22A4-FBB2006E559F}"/>
              </a:ext>
            </a:extLst>
          </p:cNvPr>
          <p:cNvSpPr/>
          <p:nvPr/>
        </p:nvSpPr>
        <p:spPr>
          <a:xfrm>
            <a:off x="5963134" y="3512083"/>
            <a:ext cx="849767" cy="246297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Mental Functioning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564D7AC-46FD-D737-FD87-DDAE212FE038}"/>
              </a:ext>
            </a:extLst>
          </p:cNvPr>
          <p:cNvCxnSpPr>
            <a:cxnSpLocks/>
            <a:stCxn id="31" idx="2"/>
            <a:endCxn id="5" idx="1"/>
          </p:cNvCxnSpPr>
          <p:nvPr/>
        </p:nvCxnSpPr>
        <p:spPr>
          <a:xfrm>
            <a:off x="3396976" y="4023189"/>
            <a:ext cx="677752" cy="2124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136CCC-E0FB-552A-6092-3BD2233CDC6D}"/>
              </a:ext>
            </a:extLst>
          </p:cNvPr>
          <p:cNvSpPr/>
          <p:nvPr/>
        </p:nvSpPr>
        <p:spPr>
          <a:xfrm>
            <a:off x="4064012" y="5121574"/>
            <a:ext cx="797896" cy="276999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Activities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7629BB1-9A06-227D-A90E-EA58542C2B4D}"/>
              </a:ext>
            </a:extLst>
          </p:cNvPr>
          <p:cNvSpPr/>
          <p:nvPr/>
        </p:nvSpPr>
        <p:spPr>
          <a:xfrm>
            <a:off x="4074728" y="4069704"/>
            <a:ext cx="798542" cy="331831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Observed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Behavior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343019-4B9D-F0A3-93E3-5612FE14BC6E}"/>
              </a:ext>
            </a:extLst>
          </p:cNvPr>
          <p:cNvSpPr/>
          <p:nvPr/>
        </p:nvSpPr>
        <p:spPr>
          <a:xfrm>
            <a:off x="4111870" y="3533996"/>
            <a:ext cx="724258" cy="253394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Physical Functioning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8A40F9-1CD6-33BF-5FD3-27A17E0D1933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4473999" y="3471363"/>
            <a:ext cx="1102946" cy="5983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D2E9D8-1F5E-5082-E90A-A54303358608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4462960" y="4401535"/>
            <a:ext cx="11039" cy="7200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B12A71B-692D-0617-889F-F5909A58D9AD}"/>
              </a:ext>
            </a:extLst>
          </p:cNvPr>
          <p:cNvSpPr txBox="1"/>
          <p:nvPr/>
        </p:nvSpPr>
        <p:spPr>
          <a:xfrm>
            <a:off x="6469950" y="4023189"/>
            <a:ext cx="402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uses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56AF56-9BAC-0A02-155F-4AF3CE1DAD85}"/>
              </a:ext>
            </a:extLst>
          </p:cNvPr>
          <p:cNvSpPr txBox="1"/>
          <p:nvPr/>
        </p:nvSpPr>
        <p:spPr>
          <a:xfrm>
            <a:off x="4420571" y="4462599"/>
            <a:ext cx="355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9743D08-E22E-CDB9-66AF-45DB3664B7C0}"/>
              </a:ext>
            </a:extLst>
          </p:cNvPr>
          <p:cNvGrpSpPr/>
          <p:nvPr/>
        </p:nvGrpSpPr>
        <p:grpSpPr>
          <a:xfrm>
            <a:off x="7213125" y="2383943"/>
            <a:ext cx="798430" cy="259832"/>
            <a:chOff x="6395481" y="4466587"/>
            <a:chExt cx="798430" cy="259832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3FD6DB0-7FA4-85EA-1C40-CDDE7263D2A2}"/>
                </a:ext>
              </a:extLst>
            </p:cNvPr>
            <p:cNvSpPr/>
            <p:nvPr/>
          </p:nvSpPr>
          <p:spPr>
            <a:xfrm>
              <a:off x="6395481" y="4466587"/>
              <a:ext cx="798430" cy="254509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Person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55234E5-7005-7B19-ACBC-CC05F3D38E41}"/>
                </a:ext>
              </a:extLst>
            </p:cNvPr>
            <p:cNvSpPr/>
            <p:nvPr/>
          </p:nvSpPr>
          <p:spPr>
            <a:xfrm>
              <a:off x="7061251" y="4643930"/>
              <a:ext cx="130915" cy="824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Pentagon 27">
            <a:extLst>
              <a:ext uri="{FF2B5EF4-FFF2-40B4-BE49-F238E27FC236}">
                <a16:creationId xmlns:a16="http://schemas.microsoft.com/office/drawing/2014/main" id="{6954DA43-90DC-1DA1-068E-E0C01D3D8005}"/>
              </a:ext>
            </a:extLst>
          </p:cNvPr>
          <p:cNvSpPr/>
          <p:nvPr/>
        </p:nvSpPr>
        <p:spPr>
          <a:xfrm>
            <a:off x="7025003" y="3608248"/>
            <a:ext cx="892854" cy="349372"/>
          </a:xfrm>
          <a:prstGeom prst="pentagon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Mental Activity Limitations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F5FE71-5BA1-6F48-D180-781E82B2E752}"/>
              </a:ext>
            </a:extLst>
          </p:cNvPr>
          <p:cNvSpPr txBox="1"/>
          <p:nvPr/>
        </p:nvSpPr>
        <p:spPr>
          <a:xfrm>
            <a:off x="7153515" y="3398614"/>
            <a:ext cx="7090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influence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8DDCD1-6B7A-3528-EDB6-00B0D5EA5C31}"/>
              </a:ext>
            </a:extLst>
          </p:cNvPr>
          <p:cNvCxnSpPr>
            <a:cxnSpLocks/>
            <a:endCxn id="28" idx="0"/>
          </p:cNvCxnSpPr>
          <p:nvPr/>
        </p:nvCxnSpPr>
        <p:spPr>
          <a:xfrm flipH="1" flipV="1">
            <a:off x="7471430" y="3608248"/>
            <a:ext cx="633552" cy="8299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7A120BE-014F-3DCB-B725-3FF50CA5E2E7}"/>
              </a:ext>
            </a:extLst>
          </p:cNvPr>
          <p:cNvSpPr/>
          <p:nvPr/>
        </p:nvSpPr>
        <p:spPr>
          <a:xfrm>
            <a:off x="2877921" y="3682127"/>
            <a:ext cx="1038110" cy="341062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Functioning Observed By Others</a:t>
            </a:r>
          </a:p>
        </p:txBody>
      </p:sp>
      <p:sp>
        <p:nvSpPr>
          <p:cNvPr id="32" name="Pentagon 31">
            <a:extLst>
              <a:ext uri="{FF2B5EF4-FFF2-40B4-BE49-F238E27FC236}">
                <a16:creationId xmlns:a16="http://schemas.microsoft.com/office/drawing/2014/main" id="{C4C893B9-B6E4-EE4A-441E-BEAC530798D5}"/>
              </a:ext>
            </a:extLst>
          </p:cNvPr>
          <p:cNvSpPr/>
          <p:nvPr/>
        </p:nvSpPr>
        <p:spPr>
          <a:xfrm>
            <a:off x="5041743" y="4148678"/>
            <a:ext cx="1080248" cy="445284"/>
          </a:xfrm>
          <a:prstGeom prst="pentagon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C7AC10-52B4-DC4D-A40F-D611F0B5CC15}"/>
              </a:ext>
            </a:extLst>
          </p:cNvPr>
          <p:cNvSpPr txBox="1"/>
          <p:nvPr/>
        </p:nvSpPr>
        <p:spPr>
          <a:xfrm>
            <a:off x="5515550" y="3715721"/>
            <a:ext cx="535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modifier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CB8D70D-45C9-577F-9415-1C8782DBB9F9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5576945" y="3471363"/>
            <a:ext cx="4922" cy="677315"/>
          </a:xfrm>
          <a:prstGeom prst="straightConnector1">
            <a:avLst/>
          </a:prstGeom>
          <a:ln w="38100" cmpd="dbl">
            <a:solidFill>
              <a:schemeClr val="accent2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E7AD7DF9-3428-D598-C11C-228D15195DCE}"/>
              </a:ext>
            </a:extLst>
          </p:cNvPr>
          <p:cNvSpPr/>
          <p:nvPr/>
        </p:nvSpPr>
        <p:spPr>
          <a:xfrm>
            <a:off x="7138820" y="2082252"/>
            <a:ext cx="635810" cy="22463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Processes</a:t>
            </a:r>
            <a:endParaRPr kumimoji="0" lang="en-US" sz="700" b="1" i="0" u="sng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FD6DB3F-FE5C-EAAC-8EA7-FBC88EB2F6D3}"/>
              </a:ext>
            </a:extLst>
          </p:cNvPr>
          <p:cNvCxnSpPr>
            <a:cxnSpLocks/>
            <a:stCxn id="2" idx="0"/>
          </p:cNvCxnSpPr>
          <p:nvPr/>
        </p:nvCxnSpPr>
        <p:spPr>
          <a:xfrm rot="16200000" flipV="1">
            <a:off x="6136384" y="3260449"/>
            <a:ext cx="211251" cy="292018"/>
          </a:xfrm>
          <a:prstGeom prst="bentConnector2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B8174EB-4190-8364-8689-52C608042957}"/>
              </a:ext>
            </a:extLst>
          </p:cNvPr>
          <p:cNvSpPr txBox="1"/>
          <p:nvPr/>
        </p:nvSpPr>
        <p:spPr>
          <a:xfrm>
            <a:off x="6049086" y="3288149"/>
            <a:ext cx="4355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70D8A59E-B858-38C0-6882-788035F8D022}"/>
              </a:ext>
            </a:extLst>
          </p:cNvPr>
          <p:cNvCxnSpPr>
            <a:cxnSpLocks/>
            <a:stCxn id="6" idx="0"/>
          </p:cNvCxnSpPr>
          <p:nvPr/>
        </p:nvCxnSpPr>
        <p:spPr>
          <a:xfrm rot="5400000" flipH="1" flipV="1">
            <a:off x="4649362" y="3125469"/>
            <a:ext cx="233164" cy="583891"/>
          </a:xfrm>
          <a:prstGeom prst="bentConnector2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8C642D9-AE59-447D-102C-0056505FE6BC}"/>
              </a:ext>
            </a:extLst>
          </p:cNvPr>
          <p:cNvGrpSpPr/>
          <p:nvPr/>
        </p:nvGrpSpPr>
        <p:grpSpPr>
          <a:xfrm>
            <a:off x="5040062" y="5137551"/>
            <a:ext cx="561243" cy="290067"/>
            <a:chOff x="5063631" y="5322799"/>
            <a:chExt cx="561243" cy="290067"/>
          </a:xfrm>
        </p:grpSpPr>
        <p:sp>
          <p:nvSpPr>
            <p:cNvPr id="40" name="Pentagon 39">
              <a:extLst>
                <a:ext uri="{FF2B5EF4-FFF2-40B4-BE49-F238E27FC236}">
                  <a16:creationId xmlns:a16="http://schemas.microsoft.com/office/drawing/2014/main" id="{BA94AD9A-A919-86C7-2831-A1DC2762F1AF}"/>
                </a:ext>
              </a:extLst>
            </p:cNvPr>
            <p:cNvSpPr/>
            <p:nvPr/>
          </p:nvSpPr>
          <p:spPr>
            <a:xfrm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D60A5D2-A436-F4C3-B43D-38504712E50C}"/>
                </a:ext>
              </a:extLst>
            </p:cNvPr>
            <p:cNvSpPr txBox="1"/>
            <p:nvPr/>
          </p:nvSpPr>
          <p:spPr>
            <a:xfrm>
              <a:off x="5063631" y="5388030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>
                  <a:solidFill>
                    <a:schemeClr val="bg1"/>
                  </a:solidFill>
                </a:rPr>
                <a:t>Independence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044C711-1A62-4E0C-CC68-1E80DBAC1254}"/>
              </a:ext>
            </a:extLst>
          </p:cNvPr>
          <p:cNvGrpSpPr/>
          <p:nvPr/>
        </p:nvGrpSpPr>
        <p:grpSpPr>
          <a:xfrm rot="10800000">
            <a:off x="5801760" y="4793238"/>
            <a:ext cx="587120" cy="290067"/>
            <a:chOff x="4981858" y="5322799"/>
            <a:chExt cx="587120" cy="290067"/>
          </a:xfrm>
        </p:grpSpPr>
        <p:sp>
          <p:nvSpPr>
            <p:cNvPr id="43" name="Pentagon 42">
              <a:extLst>
                <a:ext uri="{FF2B5EF4-FFF2-40B4-BE49-F238E27FC236}">
                  <a16:creationId xmlns:a16="http://schemas.microsoft.com/office/drawing/2014/main" id="{FA45CDB5-B444-7E09-6AE0-5FDC35B4A668}"/>
                </a:ext>
              </a:extLst>
            </p:cNvPr>
            <p:cNvSpPr/>
            <p:nvPr/>
          </p:nvSpPr>
          <p:spPr>
            <a:xfrm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1C70118-A535-EDD0-A6A3-83D3C37B29BE}"/>
                </a:ext>
              </a:extLst>
            </p:cNvPr>
            <p:cNvSpPr txBox="1"/>
            <p:nvPr/>
          </p:nvSpPr>
          <p:spPr>
            <a:xfrm rot="10800000">
              <a:off x="4981858" y="5410579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>
                  <a:solidFill>
                    <a:schemeClr val="bg1"/>
                  </a:solidFill>
                </a:rPr>
                <a:t>Quality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6FA1E43-EC3C-E985-80EC-5947EF2D2264}"/>
              </a:ext>
            </a:extLst>
          </p:cNvPr>
          <p:cNvGrpSpPr/>
          <p:nvPr/>
        </p:nvGrpSpPr>
        <p:grpSpPr>
          <a:xfrm>
            <a:off x="5316456" y="4694343"/>
            <a:ext cx="561243" cy="290067"/>
            <a:chOff x="5079554" y="5322799"/>
            <a:chExt cx="561243" cy="290067"/>
          </a:xfrm>
        </p:grpSpPr>
        <p:sp>
          <p:nvSpPr>
            <p:cNvPr id="46" name="Pentagon 45">
              <a:extLst>
                <a:ext uri="{FF2B5EF4-FFF2-40B4-BE49-F238E27FC236}">
                  <a16:creationId xmlns:a16="http://schemas.microsoft.com/office/drawing/2014/main" id="{1BCE0F6B-AD6B-59DE-8E78-78DE611C1157}"/>
                </a:ext>
              </a:extLst>
            </p:cNvPr>
            <p:cNvSpPr/>
            <p:nvPr/>
          </p:nvSpPr>
          <p:spPr>
            <a:xfrm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161DE04-F800-B2BF-0717-620020BF8181}"/>
                </a:ext>
              </a:extLst>
            </p:cNvPr>
            <p:cNvSpPr txBox="1"/>
            <p:nvPr/>
          </p:nvSpPr>
          <p:spPr>
            <a:xfrm>
              <a:off x="5079554" y="5343979"/>
              <a:ext cx="5612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Level of Performance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7624789-2625-9778-65EC-49FB852212B8}"/>
              </a:ext>
            </a:extLst>
          </p:cNvPr>
          <p:cNvGrpSpPr/>
          <p:nvPr/>
        </p:nvGrpSpPr>
        <p:grpSpPr>
          <a:xfrm rot="160248">
            <a:off x="5551862" y="5150469"/>
            <a:ext cx="561243" cy="290067"/>
            <a:chOff x="5063730" y="5322799"/>
            <a:chExt cx="561243" cy="290067"/>
          </a:xfrm>
        </p:grpSpPr>
        <p:sp>
          <p:nvSpPr>
            <p:cNvPr id="49" name="Pentagon 48">
              <a:extLst>
                <a:ext uri="{FF2B5EF4-FFF2-40B4-BE49-F238E27FC236}">
                  <a16:creationId xmlns:a16="http://schemas.microsoft.com/office/drawing/2014/main" id="{11B75458-3E0C-E723-F4B0-F227630A11D7}"/>
                </a:ext>
              </a:extLst>
            </p:cNvPr>
            <p:cNvSpPr/>
            <p:nvPr/>
          </p:nvSpPr>
          <p:spPr>
            <a:xfrm rot="21439752"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ADD0C6C-0D30-16A7-6096-FC981EAF9DCA}"/>
                </a:ext>
              </a:extLst>
            </p:cNvPr>
            <p:cNvSpPr txBox="1"/>
            <p:nvPr/>
          </p:nvSpPr>
          <p:spPr>
            <a:xfrm rot="21439752">
              <a:off x="5063730" y="5394400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difficulty</a:t>
              </a:r>
            </a:p>
          </p:txBody>
        </p:sp>
      </p:grp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600D13F-4CD6-D345-73BB-6F61ECD0271F}"/>
              </a:ext>
            </a:extLst>
          </p:cNvPr>
          <p:cNvCxnSpPr>
            <a:cxnSpLocks/>
            <a:stCxn id="65" idx="3"/>
            <a:endCxn id="32" idx="2"/>
          </p:cNvCxnSpPr>
          <p:nvPr/>
        </p:nvCxnSpPr>
        <p:spPr>
          <a:xfrm rot="5400000" flipH="1" flipV="1">
            <a:off x="5057350" y="4609387"/>
            <a:ext cx="206129" cy="17527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3AA3027B-828A-5B86-A88A-730105B08EA9}"/>
              </a:ext>
            </a:extLst>
          </p:cNvPr>
          <p:cNvCxnSpPr>
            <a:cxnSpLocks/>
            <a:stCxn id="43" idx="3"/>
            <a:endCxn id="32" idx="4"/>
          </p:cNvCxnSpPr>
          <p:nvPr/>
        </p:nvCxnSpPr>
        <p:spPr>
          <a:xfrm rot="16200000" flipV="1">
            <a:off x="5873478" y="4636165"/>
            <a:ext cx="199277" cy="11487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3E661FC7-A360-2D14-A2BD-E390158F2892}"/>
              </a:ext>
            </a:extLst>
          </p:cNvPr>
          <p:cNvCxnSpPr>
            <a:cxnSpLocks/>
            <a:stCxn id="49" idx="0"/>
            <a:endCxn id="46" idx="3"/>
          </p:cNvCxnSpPr>
          <p:nvPr/>
        </p:nvCxnSpPr>
        <p:spPr>
          <a:xfrm rot="16200000" flipV="1">
            <a:off x="5619775" y="4941725"/>
            <a:ext cx="165865" cy="251235"/>
          </a:xfrm>
          <a:prstGeom prst="bentConnector3">
            <a:avLst>
              <a:gd name="adj1" fmla="val 3329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A7937270-F92A-6FFA-47DD-5CFC6E9E6D08}"/>
              </a:ext>
            </a:extLst>
          </p:cNvPr>
          <p:cNvCxnSpPr>
            <a:cxnSpLocks/>
            <a:stCxn id="75" idx="0"/>
            <a:endCxn id="35" idx="2"/>
          </p:cNvCxnSpPr>
          <p:nvPr/>
        </p:nvCxnSpPr>
        <p:spPr>
          <a:xfrm rot="5400000" flipH="1" flipV="1">
            <a:off x="6504164" y="2311053"/>
            <a:ext cx="751141" cy="518172"/>
          </a:xfrm>
          <a:prstGeom prst="bentConnector2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621750C-4AD8-4A4F-894B-4A382AAF1CE0}"/>
              </a:ext>
            </a:extLst>
          </p:cNvPr>
          <p:cNvSpPr txBox="1"/>
          <p:nvPr/>
        </p:nvSpPr>
        <p:spPr>
          <a:xfrm>
            <a:off x="6471709" y="2028156"/>
            <a:ext cx="5924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>
                <a:solidFill>
                  <a:prstClr val="black"/>
                </a:solidFill>
                <a:latin typeface="Calibri" panose="020F0502020204030204"/>
              </a:rPr>
              <a:t>realizes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7C6A296-3C54-A7FB-AF56-73664E1743D1}"/>
              </a:ext>
            </a:extLst>
          </p:cNvPr>
          <p:cNvCxnSpPr>
            <a:cxnSpLocks/>
            <a:stCxn id="28" idx="0"/>
            <a:endCxn id="2" idx="3"/>
          </p:cNvCxnSpPr>
          <p:nvPr/>
        </p:nvCxnSpPr>
        <p:spPr>
          <a:xfrm flipH="1">
            <a:off x="6812901" y="3608248"/>
            <a:ext cx="658529" cy="2698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D44CB87-C1D3-14A2-7F74-DF3189E2F5A8}"/>
              </a:ext>
            </a:extLst>
          </p:cNvPr>
          <p:cNvSpPr txBox="1"/>
          <p:nvPr/>
        </p:nvSpPr>
        <p:spPr>
          <a:xfrm>
            <a:off x="4434438" y="3275748"/>
            <a:ext cx="4355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36C939-47B3-055A-A29E-9A5F86D0C4C2}"/>
              </a:ext>
            </a:extLst>
          </p:cNvPr>
          <p:cNvSpPr txBox="1"/>
          <p:nvPr/>
        </p:nvSpPr>
        <p:spPr>
          <a:xfrm>
            <a:off x="4875139" y="4501270"/>
            <a:ext cx="355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A8BFA0-BAD6-DFDC-2703-009062479038}"/>
              </a:ext>
            </a:extLst>
          </p:cNvPr>
          <p:cNvSpPr txBox="1"/>
          <p:nvPr/>
        </p:nvSpPr>
        <p:spPr>
          <a:xfrm>
            <a:off x="8013611" y="2142607"/>
            <a:ext cx="355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3554ADC-D929-12A0-A31D-7E8731F5C595}"/>
              </a:ext>
            </a:extLst>
          </p:cNvPr>
          <p:cNvSpPr txBox="1"/>
          <p:nvPr/>
        </p:nvSpPr>
        <p:spPr>
          <a:xfrm>
            <a:off x="4941497" y="3689735"/>
            <a:ext cx="4355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6500EA30-1BC0-8AEB-3E66-05546F29E5A1}"/>
              </a:ext>
            </a:extLst>
          </p:cNvPr>
          <p:cNvCxnSpPr>
            <a:cxnSpLocks/>
            <a:stCxn id="40" idx="0"/>
            <a:endCxn id="46" idx="3"/>
          </p:cNvCxnSpPr>
          <p:nvPr/>
        </p:nvCxnSpPr>
        <p:spPr>
          <a:xfrm rot="5400000" flipH="1" flipV="1">
            <a:off x="5370283" y="4930746"/>
            <a:ext cx="153141" cy="260471"/>
          </a:xfrm>
          <a:prstGeom prst="bentConnector3">
            <a:avLst>
              <a:gd name="adj1" fmla="val 2788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0B131089-DC65-839B-E1ED-DD6698BD7779}"/>
              </a:ext>
            </a:extLst>
          </p:cNvPr>
          <p:cNvCxnSpPr>
            <a:cxnSpLocks/>
            <a:stCxn id="46" idx="0"/>
            <a:endCxn id="32" idx="3"/>
          </p:cNvCxnSpPr>
          <p:nvPr/>
        </p:nvCxnSpPr>
        <p:spPr>
          <a:xfrm rot="5400000" flipH="1" flipV="1">
            <a:off x="5529288" y="4641764"/>
            <a:ext cx="100381" cy="477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8842F1E-BD76-F73E-8784-FF1A71F7F5C1}"/>
              </a:ext>
            </a:extLst>
          </p:cNvPr>
          <p:cNvGrpSpPr/>
          <p:nvPr/>
        </p:nvGrpSpPr>
        <p:grpSpPr>
          <a:xfrm rot="10800000">
            <a:off x="4843984" y="4800090"/>
            <a:ext cx="587120" cy="290067"/>
            <a:chOff x="4981858" y="5322799"/>
            <a:chExt cx="587120" cy="290067"/>
          </a:xfrm>
        </p:grpSpPr>
        <p:sp>
          <p:nvSpPr>
            <p:cNvPr id="65" name="Pentagon 64">
              <a:extLst>
                <a:ext uri="{FF2B5EF4-FFF2-40B4-BE49-F238E27FC236}">
                  <a16:creationId xmlns:a16="http://schemas.microsoft.com/office/drawing/2014/main" id="{1E2D621F-99BD-02A0-622A-54CDAE7739CF}"/>
                </a:ext>
              </a:extLst>
            </p:cNvPr>
            <p:cNvSpPr/>
            <p:nvPr/>
          </p:nvSpPr>
          <p:spPr>
            <a:xfrm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24640FB-D129-C3F3-CC7D-32F4EBE2E8CA}"/>
                </a:ext>
              </a:extLst>
            </p:cNvPr>
            <p:cNvSpPr txBox="1"/>
            <p:nvPr/>
          </p:nvSpPr>
          <p:spPr>
            <a:xfrm rot="10800000">
              <a:off x="4981858" y="5410579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>
                  <a:solidFill>
                    <a:schemeClr val="bg1"/>
                  </a:solidFill>
                </a:rPr>
                <a:t>Polarity</a:t>
              </a:r>
            </a:p>
          </p:txBody>
        </p:sp>
      </p:grp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F4C9C8A-50C5-7520-79BE-D77D2BCD08A1}"/>
              </a:ext>
            </a:extLst>
          </p:cNvPr>
          <p:cNvSpPr/>
          <p:nvPr/>
        </p:nvSpPr>
        <p:spPr>
          <a:xfrm>
            <a:off x="5064366" y="3109122"/>
            <a:ext cx="1038110" cy="341062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Functioning </a:t>
            </a:r>
            <a:r>
              <a:rPr lang="en-US" sz="800" b="1" u="sng">
                <a:solidFill>
                  <a:prstClr val="white"/>
                </a:solidFill>
                <a:latin typeface="Calibri" panose="020F0502020204030204"/>
              </a:rPr>
              <a:t>Performance</a:t>
            </a: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C25444C3-EB6B-157D-6F02-5C3861F86308}"/>
              </a:ext>
            </a:extLst>
          </p:cNvPr>
          <p:cNvSpPr/>
          <p:nvPr/>
        </p:nvSpPr>
        <p:spPr>
          <a:xfrm>
            <a:off x="2882368" y="4353281"/>
            <a:ext cx="1038110" cy="341062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u="sng">
                <a:solidFill>
                  <a:prstClr val="white"/>
                </a:solidFill>
                <a:latin typeface="Calibri" panose="020F0502020204030204"/>
              </a:rPr>
              <a:t>Self Reported</a:t>
            </a: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Functioning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C7F97BF-67ED-C7A4-6E8B-BD797805C59D}"/>
              </a:ext>
            </a:extLst>
          </p:cNvPr>
          <p:cNvCxnSpPr>
            <a:cxnSpLocks/>
            <a:stCxn id="68" idx="0"/>
            <a:endCxn id="5" idx="1"/>
          </p:cNvCxnSpPr>
          <p:nvPr/>
        </p:nvCxnSpPr>
        <p:spPr>
          <a:xfrm flipV="1">
            <a:off x="3401423" y="4235620"/>
            <a:ext cx="673305" cy="1176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9625B9DF-9C13-FA47-00ED-B62DA7AA22AE}"/>
              </a:ext>
            </a:extLst>
          </p:cNvPr>
          <p:cNvSpPr/>
          <p:nvPr/>
        </p:nvSpPr>
        <p:spPr>
          <a:xfrm>
            <a:off x="6182893" y="2945709"/>
            <a:ext cx="875509" cy="22463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Function-</a:t>
            </a:r>
            <a:r>
              <a:rPr kumimoji="0" lang="en-US" sz="500" b="1" i="0" u="sng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ings</a:t>
            </a:r>
            <a:endParaRPr kumimoji="0" lang="en-US" sz="700" b="1" i="0" u="sng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EC97E56-E3E8-575E-76C1-610C889F8C40}"/>
              </a:ext>
            </a:extLst>
          </p:cNvPr>
          <p:cNvCxnSpPr>
            <a:cxnSpLocks/>
            <a:stCxn id="67" idx="3"/>
            <a:endCxn id="75" idx="4"/>
          </p:cNvCxnSpPr>
          <p:nvPr/>
        </p:nvCxnSpPr>
        <p:spPr>
          <a:xfrm flipV="1">
            <a:off x="6102476" y="3170340"/>
            <a:ext cx="518172" cy="10931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7263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83B4-F02D-DF4F-79F5-41830EE8A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C28CF4-2899-A767-8177-43D52A1F4677}"/>
              </a:ext>
            </a:extLst>
          </p:cNvPr>
          <p:cNvSpPr/>
          <p:nvPr/>
        </p:nvSpPr>
        <p:spPr>
          <a:xfrm>
            <a:off x="671586" y="1350666"/>
            <a:ext cx="797896" cy="276999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Activities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EFF9F7-243F-8472-B98B-D9F397DBE2A5}"/>
              </a:ext>
            </a:extLst>
          </p:cNvPr>
          <p:cNvSpPr/>
          <p:nvPr/>
        </p:nvSpPr>
        <p:spPr>
          <a:xfrm>
            <a:off x="682302" y="298796"/>
            <a:ext cx="798542" cy="331831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Observed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Behavior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8660285-EC6C-7E8A-5408-FF7CE9C812D7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1070534" y="630627"/>
            <a:ext cx="11039" cy="7200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EC0C8DF-C959-8103-F780-2063E560817A}"/>
              </a:ext>
            </a:extLst>
          </p:cNvPr>
          <p:cNvSpPr txBox="1"/>
          <p:nvPr/>
        </p:nvSpPr>
        <p:spPr>
          <a:xfrm>
            <a:off x="1028145" y="691691"/>
            <a:ext cx="355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</a:p>
        </p:txBody>
      </p:sp>
      <p:sp>
        <p:nvSpPr>
          <p:cNvPr id="32" name="Pentagon 31">
            <a:extLst>
              <a:ext uri="{FF2B5EF4-FFF2-40B4-BE49-F238E27FC236}">
                <a16:creationId xmlns:a16="http://schemas.microsoft.com/office/drawing/2014/main" id="{5BCC700A-C14B-A4FE-7DBF-C071273AD1FD}"/>
              </a:ext>
            </a:extLst>
          </p:cNvPr>
          <p:cNvSpPr/>
          <p:nvPr/>
        </p:nvSpPr>
        <p:spPr>
          <a:xfrm>
            <a:off x="1649317" y="377770"/>
            <a:ext cx="1080248" cy="445284"/>
          </a:xfrm>
          <a:prstGeom prst="pentagon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Activity Metric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C9FCEFC-D114-55D0-F2ED-C616E9FEEED2}"/>
              </a:ext>
            </a:extLst>
          </p:cNvPr>
          <p:cNvGrpSpPr/>
          <p:nvPr/>
        </p:nvGrpSpPr>
        <p:grpSpPr>
          <a:xfrm rot="10800000">
            <a:off x="2409334" y="1022330"/>
            <a:ext cx="587120" cy="290067"/>
            <a:chOff x="4981858" y="5322799"/>
            <a:chExt cx="587120" cy="290067"/>
          </a:xfrm>
        </p:grpSpPr>
        <p:sp>
          <p:nvSpPr>
            <p:cNvPr id="43" name="Pentagon 42">
              <a:extLst>
                <a:ext uri="{FF2B5EF4-FFF2-40B4-BE49-F238E27FC236}">
                  <a16:creationId xmlns:a16="http://schemas.microsoft.com/office/drawing/2014/main" id="{13E5CA0F-59BD-C67B-9FB7-D1A9EDF15EE0}"/>
                </a:ext>
              </a:extLst>
            </p:cNvPr>
            <p:cNvSpPr/>
            <p:nvPr/>
          </p:nvSpPr>
          <p:spPr>
            <a:xfrm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EFBA65C-FF32-ED64-596F-C384ED7A642C}"/>
                </a:ext>
              </a:extLst>
            </p:cNvPr>
            <p:cNvSpPr txBox="1"/>
            <p:nvPr/>
          </p:nvSpPr>
          <p:spPr>
            <a:xfrm rot="10800000">
              <a:off x="4981858" y="5410579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>
                  <a:solidFill>
                    <a:schemeClr val="bg1"/>
                  </a:solidFill>
                </a:rPr>
                <a:t>Quality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B5EC6C6-A3C4-2547-3694-D42A9ACEA83C}"/>
              </a:ext>
            </a:extLst>
          </p:cNvPr>
          <p:cNvGrpSpPr/>
          <p:nvPr/>
        </p:nvGrpSpPr>
        <p:grpSpPr>
          <a:xfrm>
            <a:off x="5438521" y="1720616"/>
            <a:ext cx="561243" cy="290067"/>
            <a:chOff x="5079554" y="5322799"/>
            <a:chExt cx="561243" cy="290067"/>
          </a:xfrm>
        </p:grpSpPr>
        <p:sp>
          <p:nvSpPr>
            <p:cNvPr id="46" name="Pentagon 45">
              <a:extLst>
                <a:ext uri="{FF2B5EF4-FFF2-40B4-BE49-F238E27FC236}">
                  <a16:creationId xmlns:a16="http://schemas.microsoft.com/office/drawing/2014/main" id="{FCF04C10-E3A2-701E-5CEA-F5DA96F58846}"/>
                </a:ext>
              </a:extLst>
            </p:cNvPr>
            <p:cNvSpPr/>
            <p:nvPr/>
          </p:nvSpPr>
          <p:spPr>
            <a:xfrm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C197129-EC76-FC9A-4FC5-79FD0BD185BA}"/>
                </a:ext>
              </a:extLst>
            </p:cNvPr>
            <p:cNvSpPr txBox="1"/>
            <p:nvPr/>
          </p:nvSpPr>
          <p:spPr>
            <a:xfrm>
              <a:off x="5079554" y="5343979"/>
              <a:ext cx="5612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Level of Performance</a:t>
              </a:r>
            </a:p>
          </p:txBody>
        </p:sp>
      </p:grp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2176CFF7-9617-BE8C-EA21-F8DC11E96B00}"/>
              </a:ext>
            </a:extLst>
          </p:cNvPr>
          <p:cNvCxnSpPr>
            <a:cxnSpLocks/>
            <a:stCxn id="65" idx="3"/>
            <a:endCxn id="32" idx="2"/>
          </p:cNvCxnSpPr>
          <p:nvPr/>
        </p:nvCxnSpPr>
        <p:spPr>
          <a:xfrm rot="5400000" flipH="1" flipV="1">
            <a:off x="1664924" y="838479"/>
            <a:ext cx="206129" cy="17527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B0BDF0D1-4293-3B31-1C8D-0AB6CDFEB7B9}"/>
              </a:ext>
            </a:extLst>
          </p:cNvPr>
          <p:cNvCxnSpPr>
            <a:cxnSpLocks/>
            <a:stCxn id="43" idx="3"/>
            <a:endCxn id="32" idx="4"/>
          </p:cNvCxnSpPr>
          <p:nvPr/>
        </p:nvCxnSpPr>
        <p:spPr>
          <a:xfrm rot="16200000" flipV="1">
            <a:off x="2481052" y="865257"/>
            <a:ext cx="199277" cy="11487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23EAB73-B90F-D180-7F36-79CB76D8D84A}"/>
              </a:ext>
            </a:extLst>
          </p:cNvPr>
          <p:cNvSpPr txBox="1"/>
          <p:nvPr/>
        </p:nvSpPr>
        <p:spPr>
          <a:xfrm>
            <a:off x="1482713" y="730362"/>
            <a:ext cx="355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A8142F6-6F44-734B-A61C-B6C0F9D58256}"/>
              </a:ext>
            </a:extLst>
          </p:cNvPr>
          <p:cNvGrpSpPr/>
          <p:nvPr/>
        </p:nvGrpSpPr>
        <p:grpSpPr>
          <a:xfrm rot="10800000">
            <a:off x="1451558" y="1029182"/>
            <a:ext cx="587120" cy="290067"/>
            <a:chOff x="4981858" y="5322799"/>
            <a:chExt cx="587120" cy="290067"/>
          </a:xfrm>
        </p:grpSpPr>
        <p:sp>
          <p:nvSpPr>
            <p:cNvPr id="65" name="Pentagon 64">
              <a:extLst>
                <a:ext uri="{FF2B5EF4-FFF2-40B4-BE49-F238E27FC236}">
                  <a16:creationId xmlns:a16="http://schemas.microsoft.com/office/drawing/2014/main" id="{D9DB7D7A-6330-EC9C-64CF-41234AF1F6D1}"/>
                </a:ext>
              </a:extLst>
            </p:cNvPr>
            <p:cNvSpPr/>
            <p:nvPr/>
          </p:nvSpPr>
          <p:spPr>
            <a:xfrm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83F71EE-4D31-3D10-F3CC-8F3CAB30BF5F}"/>
                </a:ext>
              </a:extLst>
            </p:cNvPr>
            <p:cNvSpPr txBox="1"/>
            <p:nvPr/>
          </p:nvSpPr>
          <p:spPr>
            <a:xfrm rot="10800000">
              <a:off x="4981858" y="5410579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>
                  <a:solidFill>
                    <a:schemeClr val="bg1"/>
                  </a:solidFill>
                </a:rPr>
                <a:t>Polarity</a:t>
              </a:r>
            </a:p>
          </p:txBody>
        </p:sp>
      </p:grpSp>
      <p:sp>
        <p:nvSpPr>
          <p:cNvPr id="17" name="Pentagon 16">
            <a:extLst>
              <a:ext uri="{FF2B5EF4-FFF2-40B4-BE49-F238E27FC236}">
                <a16:creationId xmlns:a16="http://schemas.microsoft.com/office/drawing/2014/main" id="{D5821F2D-BFE2-30EB-59EB-0513B9241D65}"/>
              </a:ext>
            </a:extLst>
          </p:cNvPr>
          <p:cNvSpPr/>
          <p:nvPr/>
        </p:nvSpPr>
        <p:spPr>
          <a:xfrm>
            <a:off x="9666553" y="1517470"/>
            <a:ext cx="1080248" cy="445284"/>
          </a:xfrm>
          <a:prstGeom prst="pentagon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Environment Metric</a:t>
            </a: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4F489C71-6609-35D6-923C-D838445FC1BA}"/>
              </a:ext>
            </a:extLst>
          </p:cNvPr>
          <p:cNvSpPr/>
          <p:nvPr/>
        </p:nvSpPr>
        <p:spPr>
          <a:xfrm>
            <a:off x="7634675" y="3961405"/>
            <a:ext cx="1080248" cy="445284"/>
          </a:xfrm>
          <a:prstGeom prst="pentagon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Person Metric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534FEF7-EC6C-2C71-F014-EE4154E58FB0}"/>
              </a:ext>
            </a:extLst>
          </p:cNvPr>
          <p:cNvGrpSpPr/>
          <p:nvPr/>
        </p:nvGrpSpPr>
        <p:grpSpPr>
          <a:xfrm rot="160248">
            <a:off x="1510064" y="1725770"/>
            <a:ext cx="561243" cy="290067"/>
            <a:chOff x="5063730" y="5322799"/>
            <a:chExt cx="561243" cy="290067"/>
          </a:xfrm>
        </p:grpSpPr>
        <p:sp>
          <p:nvSpPr>
            <p:cNvPr id="73" name="Pentagon 72">
              <a:extLst>
                <a:ext uri="{FF2B5EF4-FFF2-40B4-BE49-F238E27FC236}">
                  <a16:creationId xmlns:a16="http://schemas.microsoft.com/office/drawing/2014/main" id="{346F9AB8-D3FF-F0D7-BB39-ECE97C9677F6}"/>
                </a:ext>
              </a:extLst>
            </p:cNvPr>
            <p:cNvSpPr/>
            <p:nvPr/>
          </p:nvSpPr>
          <p:spPr>
            <a:xfrm rot="21439752"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22F33DA-1E6A-6785-369B-2610ACD814AC}"/>
                </a:ext>
              </a:extLst>
            </p:cNvPr>
            <p:cNvSpPr txBox="1"/>
            <p:nvPr/>
          </p:nvSpPr>
          <p:spPr>
            <a:xfrm rot="21439752">
              <a:off x="5063730" y="5394400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difficulty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7FFED38-79D9-3E23-D5CB-3781A377D9E1}"/>
              </a:ext>
            </a:extLst>
          </p:cNvPr>
          <p:cNvGrpSpPr/>
          <p:nvPr/>
        </p:nvGrpSpPr>
        <p:grpSpPr>
          <a:xfrm rot="160248">
            <a:off x="7424099" y="4588160"/>
            <a:ext cx="561243" cy="290067"/>
            <a:chOff x="5063730" y="5322799"/>
            <a:chExt cx="561243" cy="290067"/>
          </a:xfrm>
        </p:grpSpPr>
        <p:sp>
          <p:nvSpPr>
            <p:cNvPr id="77" name="Pentagon 76">
              <a:extLst>
                <a:ext uri="{FF2B5EF4-FFF2-40B4-BE49-F238E27FC236}">
                  <a16:creationId xmlns:a16="http://schemas.microsoft.com/office/drawing/2014/main" id="{E18B2C1E-D425-A885-221A-E7A6C6C2091F}"/>
                </a:ext>
              </a:extLst>
            </p:cNvPr>
            <p:cNvSpPr/>
            <p:nvPr/>
          </p:nvSpPr>
          <p:spPr>
            <a:xfrm rot="21439752"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BC03999-5C89-1BE1-4AC3-BADB245279C5}"/>
                </a:ext>
              </a:extLst>
            </p:cNvPr>
            <p:cNvSpPr txBox="1"/>
            <p:nvPr/>
          </p:nvSpPr>
          <p:spPr>
            <a:xfrm rot="21439752">
              <a:off x="5063730" y="5394400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capacity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3EB3B2B-62F5-65F6-1B29-B391BB8D5090}"/>
              </a:ext>
            </a:extLst>
          </p:cNvPr>
          <p:cNvGrpSpPr/>
          <p:nvPr/>
        </p:nvGrpSpPr>
        <p:grpSpPr>
          <a:xfrm rot="160248">
            <a:off x="2038047" y="1746443"/>
            <a:ext cx="561243" cy="317780"/>
            <a:chOff x="5065523" y="5322799"/>
            <a:chExt cx="561243" cy="317780"/>
          </a:xfrm>
        </p:grpSpPr>
        <p:sp>
          <p:nvSpPr>
            <p:cNvPr id="81" name="Pentagon 80">
              <a:extLst>
                <a:ext uri="{FF2B5EF4-FFF2-40B4-BE49-F238E27FC236}">
                  <a16:creationId xmlns:a16="http://schemas.microsoft.com/office/drawing/2014/main" id="{FC408ABF-B7E8-8A81-989A-6A89AA7A7247}"/>
                </a:ext>
              </a:extLst>
            </p:cNvPr>
            <p:cNvSpPr/>
            <p:nvPr/>
          </p:nvSpPr>
          <p:spPr>
            <a:xfrm rot="21439752"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DF4702D-4A61-009F-9234-CF479D89DA83}"/>
                </a:ext>
              </a:extLst>
            </p:cNvPr>
            <p:cNvSpPr txBox="1"/>
            <p:nvPr/>
          </p:nvSpPr>
          <p:spPr>
            <a:xfrm rot="21439752">
              <a:off x="5065523" y="5394358"/>
              <a:ext cx="5612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Performance problem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A8D2071-084A-5013-61CA-4D6B91C212B2}"/>
              </a:ext>
            </a:extLst>
          </p:cNvPr>
          <p:cNvGrpSpPr/>
          <p:nvPr/>
        </p:nvGrpSpPr>
        <p:grpSpPr>
          <a:xfrm>
            <a:off x="1099225" y="2072121"/>
            <a:ext cx="4953845" cy="777338"/>
            <a:chOff x="1099225" y="5939612"/>
            <a:chExt cx="4926218" cy="77733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966B637-5074-C313-04F9-0B60E5FEB74B}"/>
                </a:ext>
              </a:extLst>
            </p:cNvPr>
            <p:cNvSpPr/>
            <p:nvPr/>
          </p:nvSpPr>
          <p:spPr>
            <a:xfrm>
              <a:off x="2496626" y="6035348"/>
              <a:ext cx="617776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/>
                <a:t>No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F0D6BA2-5221-DA19-D87D-F4753C94DA65}"/>
                </a:ext>
              </a:extLst>
            </p:cNvPr>
            <p:cNvSpPr/>
            <p:nvPr/>
          </p:nvSpPr>
          <p:spPr>
            <a:xfrm>
              <a:off x="1833574" y="6352015"/>
              <a:ext cx="617777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/>
                <a:t>Mild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E0B0977-86F3-DCD7-A2DE-DB6A5BE7F72E}"/>
                </a:ext>
              </a:extLst>
            </p:cNvPr>
            <p:cNvSpPr/>
            <p:nvPr/>
          </p:nvSpPr>
          <p:spPr>
            <a:xfrm>
              <a:off x="1172908" y="6352015"/>
              <a:ext cx="617777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/>
                <a:t>Maximal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146404F-C3A5-9228-D954-388E3B865616}"/>
                </a:ext>
              </a:extLst>
            </p:cNvPr>
            <p:cNvSpPr/>
            <p:nvPr/>
          </p:nvSpPr>
          <p:spPr>
            <a:xfrm>
              <a:off x="2498115" y="6352014"/>
              <a:ext cx="617777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/>
                <a:t>Severe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6E16C96-FEE8-55BB-FF46-86070378CD3F}"/>
                </a:ext>
              </a:extLst>
            </p:cNvPr>
            <p:cNvSpPr/>
            <p:nvPr/>
          </p:nvSpPr>
          <p:spPr>
            <a:xfrm>
              <a:off x="1838528" y="6036762"/>
              <a:ext cx="617777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/>
                <a:t>Moderate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14337A4-95FC-FD28-1C1C-EC0978ECC3C6}"/>
                </a:ext>
              </a:extLst>
            </p:cNvPr>
            <p:cNvSpPr/>
            <p:nvPr/>
          </p:nvSpPr>
          <p:spPr>
            <a:xfrm>
              <a:off x="1172908" y="6036762"/>
              <a:ext cx="617777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/>
                <a:t>Complete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93A2815-1BCA-E348-58E8-96B86FC441B5}"/>
                </a:ext>
              </a:extLst>
            </p:cNvPr>
            <p:cNvSpPr/>
            <p:nvPr/>
          </p:nvSpPr>
          <p:spPr>
            <a:xfrm>
              <a:off x="1099225" y="5939612"/>
              <a:ext cx="4926218" cy="7773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91A1AFC7-A60E-EAFE-880C-092E1F377B61}"/>
              </a:ext>
            </a:extLst>
          </p:cNvPr>
          <p:cNvSpPr txBox="1"/>
          <p:nvPr/>
        </p:nvSpPr>
        <p:spPr>
          <a:xfrm>
            <a:off x="1039347" y="2002650"/>
            <a:ext cx="8258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Possible Values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7F99C5C-02E8-DBCF-17B0-E21B1407F46E}"/>
              </a:ext>
            </a:extLst>
          </p:cNvPr>
          <p:cNvSpPr/>
          <p:nvPr/>
        </p:nvSpPr>
        <p:spPr>
          <a:xfrm>
            <a:off x="3175270" y="2167857"/>
            <a:ext cx="617776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N/A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1867E0B-3F0F-B313-DA25-A77ADEE74408}"/>
              </a:ext>
            </a:extLst>
          </p:cNvPr>
          <p:cNvSpPr/>
          <p:nvPr/>
        </p:nvSpPr>
        <p:spPr>
          <a:xfrm>
            <a:off x="3175270" y="2484522"/>
            <a:ext cx="617776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Not Specified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77A06112-20DF-E56D-1D5A-82537CB2F023}"/>
              </a:ext>
            </a:extLst>
          </p:cNvPr>
          <p:cNvGrpSpPr/>
          <p:nvPr/>
        </p:nvGrpSpPr>
        <p:grpSpPr>
          <a:xfrm rot="160248">
            <a:off x="2547852" y="1748853"/>
            <a:ext cx="561243" cy="290067"/>
            <a:chOff x="5063730" y="5322799"/>
            <a:chExt cx="561243" cy="290067"/>
          </a:xfrm>
        </p:grpSpPr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BE3F0711-697C-C1BF-E4E0-FBD90EAC00B1}"/>
                </a:ext>
              </a:extLst>
            </p:cNvPr>
            <p:cNvSpPr/>
            <p:nvPr/>
          </p:nvSpPr>
          <p:spPr>
            <a:xfrm rot="21439752"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EE84E85-6909-D2ED-637E-2870438F1BF1}"/>
                </a:ext>
              </a:extLst>
            </p:cNvPr>
            <p:cNvSpPr txBox="1"/>
            <p:nvPr/>
          </p:nvSpPr>
          <p:spPr>
            <a:xfrm rot="21439752">
              <a:off x="5063730" y="5394400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restriction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D334181-59A8-3876-FBF1-67CC0F8722AB}"/>
              </a:ext>
            </a:extLst>
          </p:cNvPr>
          <p:cNvGrpSpPr/>
          <p:nvPr/>
        </p:nvGrpSpPr>
        <p:grpSpPr>
          <a:xfrm rot="160248">
            <a:off x="7983997" y="4575672"/>
            <a:ext cx="561243" cy="290067"/>
            <a:chOff x="5063730" y="5322799"/>
            <a:chExt cx="561243" cy="290067"/>
          </a:xfrm>
        </p:grpSpPr>
        <p:sp>
          <p:nvSpPr>
            <p:cNvPr id="103" name="Pentagon 102">
              <a:extLst>
                <a:ext uri="{FF2B5EF4-FFF2-40B4-BE49-F238E27FC236}">
                  <a16:creationId xmlns:a16="http://schemas.microsoft.com/office/drawing/2014/main" id="{572350EC-98D4-586C-CC8D-45F1EE09BE33}"/>
                </a:ext>
              </a:extLst>
            </p:cNvPr>
            <p:cNvSpPr/>
            <p:nvPr/>
          </p:nvSpPr>
          <p:spPr>
            <a:xfrm rot="21439752"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BF420C9-808C-35B8-E309-5A8BAD80125D}"/>
                </a:ext>
              </a:extLst>
            </p:cNvPr>
            <p:cNvSpPr txBox="1"/>
            <p:nvPr/>
          </p:nvSpPr>
          <p:spPr>
            <a:xfrm rot="21439752">
              <a:off x="5063730" y="5394400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limitation</a:t>
              </a:r>
            </a:p>
          </p:txBody>
        </p:sp>
      </p:grp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1894D3C-C5F4-E491-F02B-B9444A336ABB}"/>
              </a:ext>
            </a:extLst>
          </p:cNvPr>
          <p:cNvSpPr/>
          <p:nvPr/>
        </p:nvSpPr>
        <p:spPr>
          <a:xfrm>
            <a:off x="3845184" y="2178023"/>
            <a:ext cx="617776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Slight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34BCBEE-431E-82BC-F45B-92E39D734EE4}"/>
              </a:ext>
            </a:extLst>
          </p:cNvPr>
          <p:cNvSpPr/>
          <p:nvPr/>
        </p:nvSpPr>
        <p:spPr>
          <a:xfrm>
            <a:off x="3845184" y="2484521"/>
            <a:ext cx="617776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Low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2778E7A-DD39-2338-2CE3-5C3EB31065BE}"/>
              </a:ext>
            </a:extLst>
          </p:cNvPr>
          <p:cNvGrpSpPr/>
          <p:nvPr/>
        </p:nvGrpSpPr>
        <p:grpSpPr>
          <a:xfrm rot="160248">
            <a:off x="3855333" y="1713816"/>
            <a:ext cx="561243" cy="317780"/>
            <a:chOff x="5065523" y="5322799"/>
            <a:chExt cx="561243" cy="317780"/>
          </a:xfrm>
        </p:grpSpPr>
        <p:sp>
          <p:nvSpPr>
            <p:cNvPr id="108" name="Pentagon 107">
              <a:extLst>
                <a:ext uri="{FF2B5EF4-FFF2-40B4-BE49-F238E27FC236}">
                  <a16:creationId xmlns:a16="http://schemas.microsoft.com/office/drawing/2014/main" id="{9343F304-2E08-290B-0822-5F80267F617A}"/>
                </a:ext>
              </a:extLst>
            </p:cNvPr>
            <p:cNvSpPr/>
            <p:nvPr/>
          </p:nvSpPr>
          <p:spPr>
            <a:xfrm rot="21439752"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E4C6401-BC58-BA66-01B6-3E0284FBFF90}"/>
                </a:ext>
              </a:extLst>
            </p:cNvPr>
            <p:cNvSpPr txBox="1"/>
            <p:nvPr/>
          </p:nvSpPr>
          <p:spPr>
            <a:xfrm rot="21439752">
              <a:off x="5065523" y="5394358"/>
              <a:ext cx="5612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Level of Assistance</a:t>
              </a:r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D871D23-D117-1193-2EBB-5D9E4B965B56}"/>
              </a:ext>
            </a:extLst>
          </p:cNvPr>
          <p:cNvSpPr/>
          <p:nvPr/>
        </p:nvSpPr>
        <p:spPr>
          <a:xfrm>
            <a:off x="4512948" y="2181983"/>
            <a:ext cx="617776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Minimal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8B06869F-54CD-7261-E0E5-39BDEB4AE3A1}"/>
              </a:ext>
            </a:extLst>
          </p:cNvPr>
          <p:cNvSpPr/>
          <p:nvPr/>
        </p:nvSpPr>
        <p:spPr>
          <a:xfrm>
            <a:off x="4512948" y="2487661"/>
            <a:ext cx="617776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/>
              <a:t>Independent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0FEE65E-C35D-BE09-561A-9ABC0718CB59}"/>
              </a:ext>
            </a:extLst>
          </p:cNvPr>
          <p:cNvSpPr/>
          <p:nvPr/>
        </p:nvSpPr>
        <p:spPr>
          <a:xfrm>
            <a:off x="5180712" y="2484520"/>
            <a:ext cx="617776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/>
              <a:t>Not Testable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C5F1300-D482-7840-284C-3BF8815F5D8D}"/>
              </a:ext>
            </a:extLst>
          </p:cNvPr>
          <p:cNvSpPr/>
          <p:nvPr/>
        </p:nvSpPr>
        <p:spPr>
          <a:xfrm>
            <a:off x="5180712" y="2178023"/>
            <a:ext cx="617776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/>
              <a:t>Total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59EF25B-2928-BDC2-1332-D613F1569A55}"/>
              </a:ext>
            </a:extLst>
          </p:cNvPr>
          <p:cNvGrpSpPr/>
          <p:nvPr/>
        </p:nvGrpSpPr>
        <p:grpSpPr>
          <a:xfrm rot="160248">
            <a:off x="4890339" y="1704760"/>
            <a:ext cx="561243" cy="317780"/>
            <a:chOff x="5065524" y="5322799"/>
            <a:chExt cx="561243" cy="317780"/>
          </a:xfrm>
        </p:grpSpPr>
        <p:sp>
          <p:nvSpPr>
            <p:cNvPr id="115" name="Pentagon 114">
              <a:extLst>
                <a:ext uri="{FF2B5EF4-FFF2-40B4-BE49-F238E27FC236}">
                  <a16:creationId xmlns:a16="http://schemas.microsoft.com/office/drawing/2014/main" id="{451A64F7-0E4B-A527-2F52-C0B0C939CA9F}"/>
                </a:ext>
              </a:extLst>
            </p:cNvPr>
            <p:cNvSpPr/>
            <p:nvPr/>
          </p:nvSpPr>
          <p:spPr>
            <a:xfrm rot="21439752"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20071958-8B36-6B16-432A-0B368E3CB6EC}"/>
                </a:ext>
              </a:extLst>
            </p:cNvPr>
            <p:cNvSpPr txBox="1"/>
            <p:nvPr/>
          </p:nvSpPr>
          <p:spPr>
            <a:xfrm rot="21439752">
              <a:off x="5065524" y="5394358"/>
              <a:ext cx="5612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Level of Supervision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61CA3A2-5031-0472-9196-BC4F404FEC1D}"/>
              </a:ext>
            </a:extLst>
          </p:cNvPr>
          <p:cNvGrpSpPr/>
          <p:nvPr/>
        </p:nvGrpSpPr>
        <p:grpSpPr>
          <a:xfrm rot="160248">
            <a:off x="4372097" y="1707872"/>
            <a:ext cx="561243" cy="344893"/>
            <a:chOff x="5064938" y="5322799"/>
            <a:chExt cx="561243" cy="344893"/>
          </a:xfrm>
        </p:grpSpPr>
        <p:sp>
          <p:nvSpPr>
            <p:cNvPr id="119" name="Pentagon 118">
              <a:extLst>
                <a:ext uri="{FF2B5EF4-FFF2-40B4-BE49-F238E27FC236}">
                  <a16:creationId xmlns:a16="http://schemas.microsoft.com/office/drawing/2014/main" id="{588DB453-AC37-8EF8-0447-024C10CE29AC}"/>
                </a:ext>
              </a:extLst>
            </p:cNvPr>
            <p:cNvSpPr/>
            <p:nvPr/>
          </p:nvSpPr>
          <p:spPr>
            <a:xfrm rot="21439752"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83D83DB-7EC0-A224-5F12-DCDC85D9BD09}"/>
                </a:ext>
              </a:extLst>
            </p:cNvPr>
            <p:cNvSpPr txBox="1"/>
            <p:nvPr/>
          </p:nvSpPr>
          <p:spPr>
            <a:xfrm rot="21439752">
              <a:off x="5064938" y="5344527"/>
              <a:ext cx="56124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Level of Helper Assistance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82C915E-24B9-3C20-5C7E-D05F05860897}"/>
              </a:ext>
            </a:extLst>
          </p:cNvPr>
          <p:cNvGrpSpPr/>
          <p:nvPr/>
        </p:nvGrpSpPr>
        <p:grpSpPr>
          <a:xfrm rot="160248">
            <a:off x="8551172" y="4575478"/>
            <a:ext cx="561243" cy="290067"/>
            <a:chOff x="5063730" y="5322799"/>
            <a:chExt cx="561243" cy="290067"/>
          </a:xfrm>
        </p:grpSpPr>
        <p:sp>
          <p:nvSpPr>
            <p:cNvPr id="12" name="Pentagon 11">
              <a:extLst>
                <a:ext uri="{FF2B5EF4-FFF2-40B4-BE49-F238E27FC236}">
                  <a16:creationId xmlns:a16="http://schemas.microsoft.com/office/drawing/2014/main" id="{FF2F3407-75F4-1CD4-28AE-7ECC5F69E4B1}"/>
                </a:ext>
              </a:extLst>
            </p:cNvPr>
            <p:cNvSpPr/>
            <p:nvPr/>
          </p:nvSpPr>
          <p:spPr>
            <a:xfrm rot="21439752"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12307CB-2487-19C8-321D-D3AD1401B0E7}"/>
                </a:ext>
              </a:extLst>
            </p:cNvPr>
            <p:cNvSpPr txBox="1"/>
            <p:nvPr/>
          </p:nvSpPr>
          <p:spPr>
            <a:xfrm rot="21439752">
              <a:off x="5063730" y="5394400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impairment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7583F6E-F783-32B2-68CA-6346A58CF921}"/>
              </a:ext>
            </a:extLst>
          </p:cNvPr>
          <p:cNvGrpSpPr/>
          <p:nvPr/>
        </p:nvGrpSpPr>
        <p:grpSpPr>
          <a:xfrm>
            <a:off x="5733473" y="5017932"/>
            <a:ext cx="4953845" cy="777338"/>
            <a:chOff x="1099225" y="5939612"/>
            <a:chExt cx="4926218" cy="77733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CCEE08-2F41-D973-8265-AEBB2505B6BE}"/>
                </a:ext>
              </a:extLst>
            </p:cNvPr>
            <p:cNvSpPr/>
            <p:nvPr/>
          </p:nvSpPr>
          <p:spPr>
            <a:xfrm>
              <a:off x="2496626" y="6035348"/>
              <a:ext cx="617776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/>
                <a:t>No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850AFDF-1D09-5700-7813-C31FACF5A0EA}"/>
                </a:ext>
              </a:extLst>
            </p:cNvPr>
            <p:cNvSpPr/>
            <p:nvPr/>
          </p:nvSpPr>
          <p:spPr>
            <a:xfrm>
              <a:off x="1833574" y="6352015"/>
              <a:ext cx="617777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/>
                <a:t>Mild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4F0BE28-60EF-E4F8-872C-40C4E61A066F}"/>
                </a:ext>
              </a:extLst>
            </p:cNvPr>
            <p:cNvSpPr/>
            <p:nvPr/>
          </p:nvSpPr>
          <p:spPr>
            <a:xfrm>
              <a:off x="1172908" y="6352015"/>
              <a:ext cx="617777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/>
                <a:t>Maximal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258F88F-7562-AD50-0AE0-12E33B3037B6}"/>
                </a:ext>
              </a:extLst>
            </p:cNvPr>
            <p:cNvSpPr/>
            <p:nvPr/>
          </p:nvSpPr>
          <p:spPr>
            <a:xfrm>
              <a:off x="2498115" y="6352014"/>
              <a:ext cx="617777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/>
                <a:t>Severe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FE465EC-FDF1-BAD7-1A8D-178E34A022AE}"/>
                </a:ext>
              </a:extLst>
            </p:cNvPr>
            <p:cNvSpPr/>
            <p:nvPr/>
          </p:nvSpPr>
          <p:spPr>
            <a:xfrm>
              <a:off x="1838528" y="6036762"/>
              <a:ext cx="617777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/>
                <a:t>Moderate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3169243-EC14-E4B5-D742-FFFE5CD8AAEE}"/>
                </a:ext>
              </a:extLst>
            </p:cNvPr>
            <p:cNvSpPr/>
            <p:nvPr/>
          </p:nvSpPr>
          <p:spPr>
            <a:xfrm>
              <a:off x="1172908" y="6036762"/>
              <a:ext cx="617777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/>
                <a:t>Complete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A77AA92-9A27-4BDA-6A99-456C8F0B6CE3}"/>
                </a:ext>
              </a:extLst>
            </p:cNvPr>
            <p:cNvSpPr/>
            <p:nvPr/>
          </p:nvSpPr>
          <p:spPr>
            <a:xfrm>
              <a:off x="1099225" y="5939612"/>
              <a:ext cx="4926218" cy="7773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94624BF5-9338-95D8-28AC-223CD43C453F}"/>
              </a:ext>
            </a:extLst>
          </p:cNvPr>
          <p:cNvSpPr txBox="1"/>
          <p:nvPr/>
        </p:nvSpPr>
        <p:spPr>
          <a:xfrm>
            <a:off x="5673595" y="4948461"/>
            <a:ext cx="8258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Possible Values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89E63B-30A5-DEA2-D389-2D9E3AD1BA08}"/>
              </a:ext>
            </a:extLst>
          </p:cNvPr>
          <p:cNvSpPr/>
          <p:nvPr/>
        </p:nvSpPr>
        <p:spPr>
          <a:xfrm>
            <a:off x="7809518" y="5113668"/>
            <a:ext cx="617776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N/A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9FDE500-C1EA-DD4C-B557-625608C07D39}"/>
              </a:ext>
            </a:extLst>
          </p:cNvPr>
          <p:cNvSpPr/>
          <p:nvPr/>
        </p:nvSpPr>
        <p:spPr>
          <a:xfrm>
            <a:off x="7809518" y="5430333"/>
            <a:ext cx="617776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Not Specified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5416B37-BB6F-4899-B46A-B6376594181D}"/>
              </a:ext>
            </a:extLst>
          </p:cNvPr>
          <p:cNvSpPr/>
          <p:nvPr/>
        </p:nvSpPr>
        <p:spPr>
          <a:xfrm>
            <a:off x="8479432" y="5123834"/>
            <a:ext cx="617776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Slight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E40EB59-AF35-B7E3-C110-BACE2B7889C4}"/>
              </a:ext>
            </a:extLst>
          </p:cNvPr>
          <p:cNvSpPr/>
          <p:nvPr/>
        </p:nvSpPr>
        <p:spPr>
          <a:xfrm>
            <a:off x="8479432" y="5430332"/>
            <a:ext cx="617776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Low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3B318EC-34E2-BCD2-2C8C-65AA55C80805}"/>
              </a:ext>
            </a:extLst>
          </p:cNvPr>
          <p:cNvSpPr/>
          <p:nvPr/>
        </p:nvSpPr>
        <p:spPr>
          <a:xfrm>
            <a:off x="9147196" y="5127794"/>
            <a:ext cx="617776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Minimal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6ACA766-2225-50F1-82F6-3780331D0707}"/>
              </a:ext>
            </a:extLst>
          </p:cNvPr>
          <p:cNvSpPr/>
          <p:nvPr/>
        </p:nvSpPr>
        <p:spPr>
          <a:xfrm>
            <a:off x="9147196" y="5433472"/>
            <a:ext cx="617776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3B67E39-88A5-43E7-F862-25DCF464A014}"/>
              </a:ext>
            </a:extLst>
          </p:cNvPr>
          <p:cNvSpPr/>
          <p:nvPr/>
        </p:nvSpPr>
        <p:spPr>
          <a:xfrm>
            <a:off x="9814960" y="5430331"/>
            <a:ext cx="617776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/>
              <a:t>Not Testable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40E39EEF-385E-7896-C8EA-6CBB643B537D}"/>
              </a:ext>
            </a:extLst>
          </p:cNvPr>
          <p:cNvSpPr/>
          <p:nvPr/>
        </p:nvSpPr>
        <p:spPr>
          <a:xfrm>
            <a:off x="9814960" y="5123834"/>
            <a:ext cx="617776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/>
              <a:t>Total</a:t>
            </a:r>
          </a:p>
        </p:txBody>
      </p:sp>
    </p:spTree>
    <p:extLst>
      <p:ext uri="{BB962C8B-B14F-4D97-AF65-F5344CB8AC3E}">
        <p14:creationId xmlns:p14="http://schemas.microsoft.com/office/powerpoint/2010/main" val="53673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BDE00-D64A-EE67-CA22-14873322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Content Placeholder 2">
            <a:extLst>
              <a:ext uri="{FF2B5EF4-FFF2-40B4-BE49-F238E27FC236}">
                <a16:creationId xmlns:a16="http://schemas.microsoft.com/office/drawing/2014/main" id="{874EF1EC-0CDE-F80E-111C-A88BB8068422}"/>
              </a:ext>
            </a:extLst>
          </p:cNvPr>
          <p:cNvSpPr txBox="1">
            <a:spLocks/>
          </p:cNvSpPr>
          <p:nvPr/>
        </p:nvSpPr>
        <p:spPr>
          <a:xfrm>
            <a:off x="6080632" y="-5848"/>
            <a:ext cx="6096000" cy="3432595"/>
          </a:xfrm>
          <a:prstGeom prst="rect">
            <a:avLst/>
          </a:prstGeom>
          <a:pattFill prst="pct40">
            <a:fgClr>
              <a:srgbClr val="C8D6EE"/>
            </a:fgClr>
            <a:bgClr>
              <a:schemeClr val="bg1"/>
            </a:bgClr>
          </a:pattFill>
          <a:ln w="952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262" name="Content Placeholder 2">
            <a:extLst>
              <a:ext uri="{FF2B5EF4-FFF2-40B4-BE49-F238E27FC236}">
                <a16:creationId xmlns:a16="http://schemas.microsoft.com/office/drawing/2014/main" id="{FB2FF213-EA22-532B-3BC8-3EDB6358956F}"/>
              </a:ext>
            </a:extLst>
          </p:cNvPr>
          <p:cNvSpPr txBox="1">
            <a:spLocks/>
          </p:cNvSpPr>
          <p:nvPr/>
        </p:nvSpPr>
        <p:spPr>
          <a:xfrm>
            <a:off x="6093776" y="3417721"/>
            <a:ext cx="6103499" cy="3456644"/>
          </a:xfrm>
          <a:prstGeom prst="rect">
            <a:avLst/>
          </a:prstGeom>
          <a:solidFill>
            <a:srgbClr val="EFE5F7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k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EAD0804E-7DEB-F5D5-8516-76561EC0912E}"/>
              </a:ext>
            </a:extLst>
          </p:cNvPr>
          <p:cNvSpPr/>
          <p:nvPr/>
        </p:nvSpPr>
        <p:spPr>
          <a:xfrm>
            <a:off x="-9371" y="-1638"/>
            <a:ext cx="6096000" cy="3428999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BE476D39-6B88-1641-A9A9-F0C1FE4549CC}"/>
              </a:ext>
            </a:extLst>
          </p:cNvPr>
          <p:cNvSpPr/>
          <p:nvPr/>
        </p:nvSpPr>
        <p:spPr>
          <a:xfrm>
            <a:off x="-11238" y="3437255"/>
            <a:ext cx="6103498" cy="3428999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u="sng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63EAE67-D0FB-5328-CAC3-369BF32B208C}"/>
              </a:ext>
            </a:extLst>
          </p:cNvPr>
          <p:cNvCxnSpPr>
            <a:cxnSpLocks/>
          </p:cNvCxnSpPr>
          <p:nvPr/>
        </p:nvCxnSpPr>
        <p:spPr>
          <a:xfrm>
            <a:off x="6086629" y="7684"/>
            <a:ext cx="9371" cy="685031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4DE4382-4A36-9C1D-D80C-B2D6DABEE543}"/>
              </a:ext>
            </a:extLst>
          </p:cNvPr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Flowchart: Data 64">
            <a:extLst>
              <a:ext uri="{FF2B5EF4-FFF2-40B4-BE49-F238E27FC236}">
                <a16:creationId xmlns:a16="http://schemas.microsoft.com/office/drawing/2014/main" id="{F8D0C6C7-BD18-F342-86F2-DA605BC44ED4}"/>
              </a:ext>
            </a:extLst>
          </p:cNvPr>
          <p:cNvSpPr/>
          <p:nvPr/>
        </p:nvSpPr>
        <p:spPr>
          <a:xfrm>
            <a:off x="3981323" y="3892439"/>
            <a:ext cx="1227990" cy="339081"/>
          </a:xfrm>
          <a:prstGeom prst="flowChartInputOutpu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</a:t>
            </a:r>
            <a:endParaRPr kumimoji="0" lang="en-US" sz="6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27730B68-3625-5D5C-D73D-BA21FF5534FC}"/>
              </a:ext>
            </a:extLst>
          </p:cNvPr>
          <p:cNvSpPr/>
          <p:nvPr/>
        </p:nvSpPr>
        <p:spPr>
          <a:xfrm>
            <a:off x="5055964" y="4852697"/>
            <a:ext cx="849767" cy="246297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Mental Functioning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3434304-EBA5-F481-9994-AA7A9A7BD0E4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4669775" y="4239914"/>
            <a:ext cx="0" cy="2310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ABFE8D28-22A4-B644-ADAF-BACFD6C4C00B}"/>
              </a:ext>
            </a:extLst>
          </p:cNvPr>
          <p:cNvSpPr/>
          <p:nvPr/>
        </p:nvSpPr>
        <p:spPr>
          <a:xfrm>
            <a:off x="3156842" y="6462188"/>
            <a:ext cx="797896" cy="276999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Activities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2F110723-FF7B-62DF-1BF5-88BE8ECFEF47}"/>
              </a:ext>
            </a:extLst>
          </p:cNvPr>
          <p:cNvSpPr/>
          <p:nvPr/>
        </p:nvSpPr>
        <p:spPr>
          <a:xfrm>
            <a:off x="3167558" y="5410318"/>
            <a:ext cx="798542" cy="331831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Observed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Behavior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2F6376CB-4AC1-1924-F45D-FEAF4B77EB28}"/>
              </a:ext>
            </a:extLst>
          </p:cNvPr>
          <p:cNvSpPr/>
          <p:nvPr/>
        </p:nvSpPr>
        <p:spPr>
          <a:xfrm>
            <a:off x="3204700" y="4874610"/>
            <a:ext cx="724258" cy="253394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Physical Functioning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59D8880-2286-354A-6063-4E458029C455}"/>
              </a:ext>
            </a:extLst>
          </p:cNvPr>
          <p:cNvCxnSpPr>
            <a:cxnSpLocks/>
            <a:stCxn id="101" idx="0"/>
            <a:endCxn id="33" idx="2"/>
          </p:cNvCxnSpPr>
          <p:nvPr/>
        </p:nvCxnSpPr>
        <p:spPr>
          <a:xfrm flipV="1">
            <a:off x="3566829" y="4811977"/>
            <a:ext cx="1102946" cy="5983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E24F950-0EEF-488D-9D31-C3339F1D5BCE}"/>
              </a:ext>
            </a:extLst>
          </p:cNvPr>
          <p:cNvCxnSpPr>
            <a:cxnSpLocks/>
            <a:stCxn id="100" idx="0"/>
            <a:endCxn id="101" idx="2"/>
          </p:cNvCxnSpPr>
          <p:nvPr/>
        </p:nvCxnSpPr>
        <p:spPr>
          <a:xfrm flipV="1">
            <a:off x="3555790" y="5742149"/>
            <a:ext cx="11039" cy="7200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A626D9B-27C2-4E34-E9B7-54B8792BBBE5}"/>
              </a:ext>
            </a:extLst>
          </p:cNvPr>
          <p:cNvSpPr/>
          <p:nvPr/>
        </p:nvSpPr>
        <p:spPr>
          <a:xfrm>
            <a:off x="2502574" y="6228099"/>
            <a:ext cx="14517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65A8DE09-CBF7-E714-544E-5547FFC0EE14}"/>
              </a:ext>
            </a:extLst>
          </p:cNvPr>
          <p:cNvSpPr/>
          <p:nvPr/>
        </p:nvSpPr>
        <p:spPr>
          <a:xfrm>
            <a:off x="1097911" y="3625808"/>
            <a:ext cx="1684775" cy="372946"/>
          </a:xfrm>
          <a:prstGeom prst="ellipse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Learning &amp; Applying Knowledge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7223C512-EE67-66DD-3EB8-C8FDF898C2E3}"/>
              </a:ext>
            </a:extLst>
          </p:cNvPr>
          <p:cNvSpPr/>
          <p:nvPr/>
        </p:nvSpPr>
        <p:spPr>
          <a:xfrm>
            <a:off x="1104655" y="4979062"/>
            <a:ext cx="1684777" cy="276204"/>
          </a:xfrm>
          <a:prstGeom prst="ellipse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Domestic Life Activities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22F902B5-178A-5D0E-01A3-43C70FC062B6}"/>
              </a:ext>
            </a:extLst>
          </p:cNvPr>
          <p:cNvSpPr/>
          <p:nvPr/>
        </p:nvSpPr>
        <p:spPr>
          <a:xfrm>
            <a:off x="1112030" y="4628690"/>
            <a:ext cx="1684777" cy="298961"/>
          </a:xfrm>
          <a:prstGeom prst="ellipse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Self_Care</a:t>
            </a: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Activities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BF884153-30AD-A003-1235-3EB7F3482C8F}"/>
              </a:ext>
            </a:extLst>
          </p:cNvPr>
          <p:cNvSpPr/>
          <p:nvPr/>
        </p:nvSpPr>
        <p:spPr>
          <a:xfrm>
            <a:off x="1108427" y="5316608"/>
            <a:ext cx="1699067" cy="420730"/>
          </a:xfrm>
          <a:prstGeom prst="ellipse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Interpersonal Interactions and Relationships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C3DEE2AE-751E-14B6-F44F-4CA938D8FA91}"/>
              </a:ext>
            </a:extLst>
          </p:cNvPr>
          <p:cNvSpPr/>
          <p:nvPr/>
        </p:nvSpPr>
        <p:spPr>
          <a:xfrm>
            <a:off x="1104655" y="5784979"/>
            <a:ext cx="1688550" cy="395296"/>
          </a:xfrm>
          <a:prstGeom prst="ellipse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Major Life Areas Activities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ADFECA1F-86C5-88C9-48D3-2AA8FE63012B}"/>
              </a:ext>
            </a:extLst>
          </p:cNvPr>
          <p:cNvSpPr/>
          <p:nvPr/>
        </p:nvSpPr>
        <p:spPr>
          <a:xfrm>
            <a:off x="1097911" y="6245894"/>
            <a:ext cx="1699067" cy="395297"/>
          </a:xfrm>
          <a:prstGeom prst="ellipse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Community, Social and Civic Life Activities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310CCD52-F711-8BDA-08E4-6389FF48D295}"/>
              </a:ext>
            </a:extLst>
          </p:cNvPr>
          <p:cNvSpPr/>
          <p:nvPr/>
        </p:nvSpPr>
        <p:spPr>
          <a:xfrm>
            <a:off x="1111859" y="4367340"/>
            <a:ext cx="1691692" cy="261350"/>
          </a:xfrm>
          <a:prstGeom prst="ellipse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Mobility Activities</a:t>
            </a: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1CB3763C-9A7B-62B2-02FA-C4CD170F0FE7}"/>
              </a:ext>
            </a:extLst>
          </p:cNvPr>
          <p:cNvSpPr/>
          <p:nvPr/>
        </p:nvSpPr>
        <p:spPr>
          <a:xfrm>
            <a:off x="1097911" y="4033511"/>
            <a:ext cx="1684777" cy="280272"/>
          </a:xfrm>
          <a:prstGeom prst="ellipse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Communication Activities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CB8391F-253F-433E-2F4A-5FCF56F126D9}"/>
              </a:ext>
            </a:extLst>
          </p:cNvPr>
          <p:cNvCxnSpPr>
            <a:cxnSpLocks/>
            <a:stCxn id="131" idx="6"/>
            <a:endCxn id="101" idx="1"/>
          </p:cNvCxnSpPr>
          <p:nvPr/>
        </p:nvCxnSpPr>
        <p:spPr>
          <a:xfrm>
            <a:off x="2782686" y="3812281"/>
            <a:ext cx="384872" cy="17639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346411D0-929F-BF3F-CB8F-986C8C06AD12}"/>
              </a:ext>
            </a:extLst>
          </p:cNvPr>
          <p:cNvCxnSpPr>
            <a:cxnSpLocks/>
            <a:stCxn id="138" idx="6"/>
            <a:endCxn id="101" idx="1"/>
          </p:cNvCxnSpPr>
          <p:nvPr/>
        </p:nvCxnSpPr>
        <p:spPr>
          <a:xfrm>
            <a:off x="2782688" y="4173647"/>
            <a:ext cx="384870" cy="14025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658CC3BB-06A8-C0F4-3E67-5BE9B7832EED}"/>
              </a:ext>
            </a:extLst>
          </p:cNvPr>
          <p:cNvCxnSpPr>
            <a:cxnSpLocks/>
            <a:stCxn id="137" idx="6"/>
            <a:endCxn id="101" idx="1"/>
          </p:cNvCxnSpPr>
          <p:nvPr/>
        </p:nvCxnSpPr>
        <p:spPr>
          <a:xfrm>
            <a:off x="2803551" y="4498015"/>
            <a:ext cx="364007" cy="10782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C34E9F72-7FF6-D8B3-38DA-BDCD14BD3413}"/>
              </a:ext>
            </a:extLst>
          </p:cNvPr>
          <p:cNvCxnSpPr>
            <a:cxnSpLocks/>
            <a:stCxn id="133" idx="6"/>
            <a:endCxn id="101" idx="1"/>
          </p:cNvCxnSpPr>
          <p:nvPr/>
        </p:nvCxnSpPr>
        <p:spPr>
          <a:xfrm>
            <a:off x="2796807" y="4778171"/>
            <a:ext cx="370751" cy="7980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4A2DACA3-3B69-D508-7963-417B585B4F4A}"/>
              </a:ext>
            </a:extLst>
          </p:cNvPr>
          <p:cNvCxnSpPr>
            <a:cxnSpLocks/>
            <a:stCxn id="132" idx="6"/>
            <a:endCxn id="101" idx="1"/>
          </p:cNvCxnSpPr>
          <p:nvPr/>
        </p:nvCxnSpPr>
        <p:spPr>
          <a:xfrm>
            <a:off x="2789432" y="5117164"/>
            <a:ext cx="378126" cy="4590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CA974374-9C8A-30FD-AAA3-5833350C6513}"/>
              </a:ext>
            </a:extLst>
          </p:cNvPr>
          <p:cNvCxnSpPr>
            <a:cxnSpLocks/>
            <a:stCxn id="134" idx="6"/>
            <a:endCxn id="101" idx="1"/>
          </p:cNvCxnSpPr>
          <p:nvPr/>
        </p:nvCxnSpPr>
        <p:spPr>
          <a:xfrm>
            <a:off x="2807494" y="5526973"/>
            <a:ext cx="360064" cy="492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9B8DF80E-6042-AF8C-09DF-3756E368771E}"/>
              </a:ext>
            </a:extLst>
          </p:cNvPr>
          <p:cNvCxnSpPr>
            <a:cxnSpLocks/>
            <a:stCxn id="135" idx="6"/>
            <a:endCxn id="101" idx="1"/>
          </p:cNvCxnSpPr>
          <p:nvPr/>
        </p:nvCxnSpPr>
        <p:spPr>
          <a:xfrm flipV="1">
            <a:off x="2793205" y="5576234"/>
            <a:ext cx="374353" cy="40639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11FE1A51-094F-DBD8-11CC-0EA30EF0029C}"/>
              </a:ext>
            </a:extLst>
          </p:cNvPr>
          <p:cNvCxnSpPr>
            <a:cxnSpLocks/>
            <a:stCxn id="136" idx="6"/>
            <a:endCxn id="101" idx="1"/>
          </p:cNvCxnSpPr>
          <p:nvPr/>
        </p:nvCxnSpPr>
        <p:spPr>
          <a:xfrm flipV="1">
            <a:off x="2796978" y="5576234"/>
            <a:ext cx="370580" cy="8673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Pentagon 187">
            <a:extLst>
              <a:ext uri="{FF2B5EF4-FFF2-40B4-BE49-F238E27FC236}">
                <a16:creationId xmlns:a16="http://schemas.microsoft.com/office/drawing/2014/main" id="{D6AD6B6F-DE96-DA2F-0390-131292EAEBEC}"/>
              </a:ext>
            </a:extLst>
          </p:cNvPr>
          <p:cNvSpPr/>
          <p:nvPr/>
        </p:nvSpPr>
        <p:spPr>
          <a:xfrm>
            <a:off x="38321" y="4959314"/>
            <a:ext cx="810066" cy="561672"/>
          </a:xfrm>
          <a:prstGeom prst="pentagon">
            <a:avLst/>
          </a:prstGeom>
          <a:solidFill>
            <a:srgbClr val="518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General Tasks and Demands</a:t>
            </a:r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6EDE2CAC-BE86-DBD0-03C8-35D4594D2870}"/>
              </a:ext>
            </a:extLst>
          </p:cNvPr>
          <p:cNvCxnSpPr>
            <a:cxnSpLocks/>
            <a:stCxn id="188" idx="5"/>
            <a:endCxn id="131" idx="2"/>
          </p:cNvCxnSpPr>
          <p:nvPr/>
        </p:nvCxnSpPr>
        <p:spPr>
          <a:xfrm flipV="1">
            <a:off x="848386" y="3812281"/>
            <a:ext cx="249525" cy="13615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86965A06-4361-20D6-4F7B-12DF8BE9B551}"/>
              </a:ext>
            </a:extLst>
          </p:cNvPr>
          <p:cNvCxnSpPr>
            <a:cxnSpLocks/>
            <a:stCxn id="188" idx="5"/>
            <a:endCxn id="133" idx="2"/>
          </p:cNvCxnSpPr>
          <p:nvPr/>
        </p:nvCxnSpPr>
        <p:spPr>
          <a:xfrm flipV="1">
            <a:off x="848386" y="4778171"/>
            <a:ext cx="263644" cy="3956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2B8EC078-6806-7C2E-88DA-323314F508BA}"/>
              </a:ext>
            </a:extLst>
          </p:cNvPr>
          <p:cNvCxnSpPr>
            <a:cxnSpLocks/>
            <a:stCxn id="188" idx="5"/>
            <a:endCxn id="132" idx="2"/>
          </p:cNvCxnSpPr>
          <p:nvPr/>
        </p:nvCxnSpPr>
        <p:spPr>
          <a:xfrm flipV="1">
            <a:off x="848386" y="5117164"/>
            <a:ext cx="256269" cy="566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F641EB0F-E9B6-1ACC-3FF1-EDCFAE62CCE5}"/>
              </a:ext>
            </a:extLst>
          </p:cNvPr>
          <p:cNvCxnSpPr>
            <a:cxnSpLocks/>
            <a:stCxn id="188" idx="5"/>
            <a:endCxn id="134" idx="2"/>
          </p:cNvCxnSpPr>
          <p:nvPr/>
        </p:nvCxnSpPr>
        <p:spPr>
          <a:xfrm>
            <a:off x="848386" y="5173853"/>
            <a:ext cx="260041" cy="35312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A90FAEB7-2799-A2B0-57F9-AE0B5B69E013}"/>
              </a:ext>
            </a:extLst>
          </p:cNvPr>
          <p:cNvCxnSpPr>
            <a:cxnSpLocks/>
            <a:stCxn id="188" idx="5"/>
            <a:endCxn id="135" idx="2"/>
          </p:cNvCxnSpPr>
          <p:nvPr/>
        </p:nvCxnSpPr>
        <p:spPr>
          <a:xfrm>
            <a:off x="848386" y="5173853"/>
            <a:ext cx="256269" cy="8087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4E77817D-054D-1CC1-4AD9-5A66070EF778}"/>
              </a:ext>
            </a:extLst>
          </p:cNvPr>
          <p:cNvCxnSpPr>
            <a:cxnSpLocks/>
            <a:stCxn id="188" idx="5"/>
            <a:endCxn id="136" idx="2"/>
          </p:cNvCxnSpPr>
          <p:nvPr/>
        </p:nvCxnSpPr>
        <p:spPr>
          <a:xfrm>
            <a:off x="848386" y="5173853"/>
            <a:ext cx="249525" cy="12696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B45D16DB-FBC7-48FF-9C86-A14EAB4F27E0}"/>
              </a:ext>
            </a:extLst>
          </p:cNvPr>
          <p:cNvCxnSpPr>
            <a:cxnSpLocks/>
            <a:stCxn id="188" idx="5"/>
            <a:endCxn id="138" idx="2"/>
          </p:cNvCxnSpPr>
          <p:nvPr/>
        </p:nvCxnSpPr>
        <p:spPr>
          <a:xfrm flipV="1">
            <a:off x="848386" y="4173647"/>
            <a:ext cx="249525" cy="10002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659D7D24-09F2-A4FE-3337-31EB0A6476D6}"/>
              </a:ext>
            </a:extLst>
          </p:cNvPr>
          <p:cNvCxnSpPr>
            <a:cxnSpLocks/>
            <a:stCxn id="188" idx="5"/>
            <a:endCxn id="137" idx="2"/>
          </p:cNvCxnSpPr>
          <p:nvPr/>
        </p:nvCxnSpPr>
        <p:spPr>
          <a:xfrm flipV="1">
            <a:off x="848386" y="4498015"/>
            <a:ext cx="263473" cy="6758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2C6FC302-9056-8106-D5E4-0B4146448044}"/>
              </a:ext>
            </a:extLst>
          </p:cNvPr>
          <p:cNvSpPr txBox="1"/>
          <p:nvPr/>
        </p:nvSpPr>
        <p:spPr>
          <a:xfrm>
            <a:off x="681714" y="4789105"/>
            <a:ext cx="569430" cy="21544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A6719ED5-5ADE-98CB-D001-F65D1C72F383}"/>
              </a:ext>
            </a:extLst>
          </p:cNvPr>
          <p:cNvSpPr/>
          <p:nvPr/>
        </p:nvSpPr>
        <p:spPr>
          <a:xfrm>
            <a:off x="2741806" y="1765750"/>
            <a:ext cx="938157" cy="3491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Internal Feedback</a:t>
            </a:r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BB5780B3-C767-B661-CA55-84A5FFA8EFBC}"/>
              </a:ext>
            </a:extLst>
          </p:cNvPr>
          <p:cNvSpPr/>
          <p:nvPr/>
        </p:nvSpPr>
        <p:spPr>
          <a:xfrm>
            <a:off x="2741807" y="2481994"/>
            <a:ext cx="938156" cy="3211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External Feedback</a:t>
            </a:r>
          </a:p>
        </p:txBody>
      </p: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6CA61BFF-E824-040E-6DC2-71334A52B41F}"/>
              </a:ext>
            </a:extLst>
          </p:cNvPr>
          <p:cNvCxnSpPr>
            <a:cxnSpLocks/>
            <a:stCxn id="65" idx="1"/>
            <a:endCxn id="226" idx="3"/>
          </p:cNvCxnSpPr>
          <p:nvPr/>
        </p:nvCxnSpPr>
        <p:spPr>
          <a:xfrm flipH="1" flipV="1">
            <a:off x="4559933" y="2513934"/>
            <a:ext cx="35385" cy="1378505"/>
          </a:xfrm>
          <a:prstGeom prst="straightConnector1">
            <a:avLst/>
          </a:prstGeom>
          <a:ln w="38100">
            <a:solidFill>
              <a:srgbClr val="C55A1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8E9BBECC-3D16-6A31-1396-FBB934788BFE}"/>
              </a:ext>
            </a:extLst>
          </p:cNvPr>
          <p:cNvCxnSpPr>
            <a:cxnSpLocks/>
            <a:stCxn id="226" idx="5"/>
            <a:endCxn id="259" idx="2"/>
          </p:cNvCxnSpPr>
          <p:nvPr/>
        </p:nvCxnSpPr>
        <p:spPr>
          <a:xfrm flipV="1">
            <a:off x="5229956" y="2301634"/>
            <a:ext cx="1896142" cy="4900"/>
          </a:xfrm>
          <a:prstGeom prst="straightConnector1">
            <a:avLst/>
          </a:prstGeom>
          <a:ln w="38100">
            <a:solidFill>
              <a:srgbClr val="C55A1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AC447661-4642-3915-CEBF-6B8253B2D6B5}"/>
              </a:ext>
            </a:extLst>
          </p:cNvPr>
          <p:cNvSpPr txBox="1"/>
          <p:nvPr/>
        </p:nvSpPr>
        <p:spPr>
          <a:xfrm>
            <a:off x="5675697" y="2045162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/>
              <a:t>provides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6DE41E7A-CAC5-E2D6-6272-52912AC8C35F}"/>
              </a:ext>
            </a:extLst>
          </p:cNvPr>
          <p:cNvSpPr txBox="1"/>
          <p:nvPr/>
        </p:nvSpPr>
        <p:spPr>
          <a:xfrm>
            <a:off x="4099440" y="3423484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/>
              <a:t>provides</a:t>
            </a:r>
          </a:p>
        </p:txBody>
      </p: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81AB6241-5B37-9311-5941-558C11A7BDC8}"/>
              </a:ext>
            </a:extLst>
          </p:cNvPr>
          <p:cNvCxnSpPr>
            <a:cxnSpLocks/>
            <a:stCxn id="513" idx="5"/>
          </p:cNvCxnSpPr>
          <p:nvPr/>
        </p:nvCxnSpPr>
        <p:spPr>
          <a:xfrm>
            <a:off x="5120478" y="2480827"/>
            <a:ext cx="471217" cy="5032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Flowchart: Data 262">
            <a:extLst>
              <a:ext uri="{FF2B5EF4-FFF2-40B4-BE49-F238E27FC236}">
                <a16:creationId xmlns:a16="http://schemas.microsoft.com/office/drawing/2014/main" id="{9AE2DD46-578B-3118-50B5-94ECC9965A77}"/>
              </a:ext>
            </a:extLst>
          </p:cNvPr>
          <p:cNvSpPr/>
          <p:nvPr/>
        </p:nvSpPr>
        <p:spPr>
          <a:xfrm>
            <a:off x="7078914" y="3875609"/>
            <a:ext cx="1421993" cy="331175"/>
          </a:xfrm>
          <a:prstGeom prst="flowChartInputOutpu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Throughput</a:t>
            </a:r>
            <a:endParaRPr kumimoji="0" lang="en-US" sz="12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1D732A49-E8B4-CEEF-F34B-92F6AEC555C5}"/>
              </a:ext>
            </a:extLst>
          </p:cNvPr>
          <p:cNvSpPr txBox="1"/>
          <p:nvPr/>
        </p:nvSpPr>
        <p:spPr>
          <a:xfrm>
            <a:off x="8011974" y="4397847"/>
            <a:ext cx="330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has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877B115-7902-3E25-F6E8-E463CB70BA1D}"/>
              </a:ext>
            </a:extLst>
          </p:cNvPr>
          <p:cNvSpPr txBox="1"/>
          <p:nvPr/>
        </p:nvSpPr>
        <p:spPr>
          <a:xfrm rot="648593">
            <a:off x="8873131" y="5771823"/>
            <a:ext cx="402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uses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DF4F41EC-92DE-5529-07E8-8994B3616391}"/>
              </a:ext>
            </a:extLst>
          </p:cNvPr>
          <p:cNvCxnSpPr>
            <a:cxnSpLocks/>
            <a:stCxn id="266" idx="3"/>
            <a:endCxn id="265" idx="1"/>
          </p:cNvCxnSpPr>
          <p:nvPr/>
        </p:nvCxnSpPr>
        <p:spPr>
          <a:xfrm flipV="1">
            <a:off x="7104385" y="4581769"/>
            <a:ext cx="1679487" cy="10478"/>
          </a:xfrm>
          <a:prstGeom prst="straightConnector1">
            <a:avLst/>
          </a:prstGeom>
          <a:ln w="38100" cmpd="dbl">
            <a:solidFill>
              <a:schemeClr val="accent2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Oval 310">
            <a:extLst>
              <a:ext uri="{FF2B5EF4-FFF2-40B4-BE49-F238E27FC236}">
                <a16:creationId xmlns:a16="http://schemas.microsoft.com/office/drawing/2014/main" id="{7534BF5D-7EF5-6847-98CD-406000C2C869}"/>
              </a:ext>
            </a:extLst>
          </p:cNvPr>
          <p:cNvSpPr/>
          <p:nvPr/>
        </p:nvSpPr>
        <p:spPr>
          <a:xfrm>
            <a:off x="8807930" y="5373318"/>
            <a:ext cx="854273" cy="40235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Body Functions</a:t>
            </a:r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F6F6467D-2F51-638F-620D-80DDB5477425}"/>
              </a:ext>
            </a:extLst>
          </p:cNvPr>
          <p:cNvSpPr/>
          <p:nvPr/>
        </p:nvSpPr>
        <p:spPr>
          <a:xfrm>
            <a:off x="10076512" y="4876174"/>
            <a:ext cx="786496" cy="31942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Body Structures</a:t>
            </a:r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FFA7EE10-89D7-BC14-A4DD-C9A14666092A}"/>
              </a:ext>
            </a:extLst>
          </p:cNvPr>
          <p:cNvSpPr/>
          <p:nvPr/>
        </p:nvSpPr>
        <p:spPr>
          <a:xfrm>
            <a:off x="10171629" y="5438549"/>
            <a:ext cx="602620" cy="248333"/>
          </a:xfrm>
          <a:prstGeom prst="ellipse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Brain</a:t>
            </a:r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930F62AD-7AD9-9B33-B79F-F1F896B368CB}"/>
              </a:ext>
            </a:extLst>
          </p:cNvPr>
          <p:cNvSpPr/>
          <p:nvPr/>
        </p:nvSpPr>
        <p:spPr>
          <a:xfrm>
            <a:off x="10199600" y="5995084"/>
            <a:ext cx="572838" cy="267062"/>
          </a:xfrm>
          <a:prstGeom prst="ellipse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Mind</a:t>
            </a:r>
          </a:p>
        </p:txBody>
      </p: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A7F7E4F9-59A0-7A77-8567-B7B06FA42778}"/>
              </a:ext>
            </a:extLst>
          </p:cNvPr>
          <p:cNvCxnSpPr>
            <a:cxnSpLocks/>
            <a:stCxn id="317" idx="0"/>
            <a:endCxn id="316" idx="4"/>
          </p:cNvCxnSpPr>
          <p:nvPr/>
        </p:nvCxnSpPr>
        <p:spPr>
          <a:xfrm flipH="1" flipV="1">
            <a:off x="10472939" y="5686882"/>
            <a:ext cx="13080" cy="30820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TextBox 319">
            <a:extLst>
              <a:ext uri="{FF2B5EF4-FFF2-40B4-BE49-F238E27FC236}">
                <a16:creationId xmlns:a16="http://schemas.microsoft.com/office/drawing/2014/main" id="{79927302-47D4-2A65-7006-C05CC5963D3B}"/>
              </a:ext>
            </a:extLst>
          </p:cNvPr>
          <p:cNvSpPr txBox="1"/>
          <p:nvPr/>
        </p:nvSpPr>
        <p:spPr>
          <a:xfrm flipH="1">
            <a:off x="9972132" y="5693562"/>
            <a:ext cx="611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 non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anatomical phenomenon within </a:t>
            </a:r>
          </a:p>
        </p:txBody>
      </p: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AE4462B4-3FC8-9B56-31E1-57659F5E56DE}"/>
              </a:ext>
            </a:extLst>
          </p:cNvPr>
          <p:cNvCxnSpPr>
            <a:cxnSpLocks/>
            <a:stCxn id="312" idx="3"/>
            <a:endCxn id="311" idx="6"/>
          </p:cNvCxnSpPr>
          <p:nvPr/>
        </p:nvCxnSpPr>
        <p:spPr>
          <a:xfrm flipH="1">
            <a:off x="9662203" y="5148817"/>
            <a:ext cx="529489" cy="425680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ED89A6-40F2-818B-1BEC-80E802121734}"/>
              </a:ext>
            </a:extLst>
          </p:cNvPr>
          <p:cNvCxnSpPr>
            <a:cxnSpLocks/>
          </p:cNvCxnSpPr>
          <p:nvPr/>
        </p:nvCxnSpPr>
        <p:spPr>
          <a:xfrm flipH="1" flipV="1">
            <a:off x="8054549" y="5684143"/>
            <a:ext cx="2125305" cy="439411"/>
          </a:xfrm>
          <a:prstGeom prst="straightConnector1">
            <a:avLst/>
          </a:prstGeom>
          <a:ln w="28575" cmpd="thickThin">
            <a:solidFill>
              <a:srgbClr val="518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8F9EB77-B5D1-BCBB-9A9A-DA8D160DE8DA}"/>
              </a:ext>
            </a:extLst>
          </p:cNvPr>
          <p:cNvSpPr/>
          <p:nvPr/>
        </p:nvSpPr>
        <p:spPr>
          <a:xfrm>
            <a:off x="7547634" y="6383158"/>
            <a:ext cx="703009" cy="460206"/>
          </a:xfrm>
          <a:prstGeom prst="ellipse">
            <a:avLst/>
          </a:prstGeom>
          <a:solidFill>
            <a:srgbClr val="EABD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Cognitive Functions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DC72785-CAF2-AFE2-EA7B-7BBFF0DC768C}"/>
              </a:ext>
            </a:extLst>
          </p:cNvPr>
          <p:cNvSpPr/>
          <p:nvPr/>
        </p:nvSpPr>
        <p:spPr>
          <a:xfrm>
            <a:off x="6698278" y="6074356"/>
            <a:ext cx="959111" cy="201320"/>
          </a:xfrm>
          <a:prstGeom prst="ellipse">
            <a:avLst/>
          </a:prstGeom>
          <a:solidFill>
            <a:srgbClr val="EABD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Communication Functions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0C4C34-CE33-2622-8C0F-6B1FF956BFB9}"/>
              </a:ext>
            </a:extLst>
          </p:cNvPr>
          <p:cNvSpPr/>
          <p:nvPr/>
        </p:nvSpPr>
        <p:spPr>
          <a:xfrm>
            <a:off x="8193742" y="6067694"/>
            <a:ext cx="785251" cy="215445"/>
          </a:xfrm>
          <a:prstGeom prst="ellipse">
            <a:avLst/>
          </a:prstGeom>
          <a:solidFill>
            <a:srgbClr val="EABD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Feedback Appraisal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4099F0C-3FAD-BF69-9C44-A176ECA2D726}"/>
              </a:ext>
            </a:extLst>
          </p:cNvPr>
          <p:cNvCxnSpPr>
            <a:cxnSpLocks/>
            <a:stCxn id="14" idx="0"/>
            <a:endCxn id="313" idx="5"/>
          </p:cNvCxnSpPr>
          <p:nvPr/>
        </p:nvCxnSpPr>
        <p:spPr>
          <a:xfrm flipV="1">
            <a:off x="7899139" y="5689204"/>
            <a:ext cx="175156" cy="693954"/>
          </a:xfrm>
          <a:prstGeom prst="straightConnector1">
            <a:avLst/>
          </a:prstGeom>
          <a:ln w="28575" cmpd="thickThin">
            <a:solidFill>
              <a:srgbClr val="518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7AB56A47-F9F8-F885-1A67-12AFF74D4AAB}"/>
              </a:ext>
            </a:extLst>
          </p:cNvPr>
          <p:cNvSpPr txBox="1"/>
          <p:nvPr/>
        </p:nvSpPr>
        <p:spPr>
          <a:xfrm flipH="1">
            <a:off x="11082821" y="4468879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 &amp;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sp>
        <p:nvSpPr>
          <p:cNvPr id="77" name="Pentagon 76">
            <a:extLst>
              <a:ext uri="{FF2B5EF4-FFF2-40B4-BE49-F238E27FC236}">
                <a16:creationId xmlns:a16="http://schemas.microsoft.com/office/drawing/2014/main" id="{929AF2F8-688E-2C24-1288-19F0CFF67CA0}"/>
              </a:ext>
            </a:extLst>
          </p:cNvPr>
          <p:cNvSpPr/>
          <p:nvPr/>
        </p:nvSpPr>
        <p:spPr>
          <a:xfrm>
            <a:off x="11315957" y="4321177"/>
            <a:ext cx="941037" cy="230050"/>
          </a:xfrm>
          <a:prstGeom prst="pentagon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Biographical</a:t>
            </a:r>
          </a:p>
        </p:txBody>
      </p:sp>
      <p:sp>
        <p:nvSpPr>
          <p:cNvPr id="78" name="Pentagon 77">
            <a:extLst>
              <a:ext uri="{FF2B5EF4-FFF2-40B4-BE49-F238E27FC236}">
                <a16:creationId xmlns:a16="http://schemas.microsoft.com/office/drawing/2014/main" id="{CCC8990F-7994-EB17-308A-B9AD8C99F5A2}"/>
              </a:ext>
            </a:extLst>
          </p:cNvPr>
          <p:cNvSpPr/>
          <p:nvPr/>
        </p:nvSpPr>
        <p:spPr>
          <a:xfrm>
            <a:off x="10991679" y="3900080"/>
            <a:ext cx="1029990" cy="230050"/>
          </a:xfrm>
          <a:prstGeom prst="pentagon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Psychological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44BF181-804D-5FB8-DC74-37C29A0C402B}"/>
              </a:ext>
            </a:extLst>
          </p:cNvPr>
          <p:cNvSpPr/>
          <p:nvPr/>
        </p:nvSpPr>
        <p:spPr>
          <a:xfrm>
            <a:off x="10067231" y="6559112"/>
            <a:ext cx="853244" cy="250664"/>
          </a:xfrm>
          <a:prstGeom prst="ellipse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Participation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F319C85-272F-F669-917B-8972714F54AC}"/>
              </a:ext>
            </a:extLst>
          </p:cNvPr>
          <p:cNvCxnSpPr>
            <a:cxnSpLocks/>
            <a:stCxn id="84" idx="0"/>
            <a:endCxn id="317" idx="4"/>
          </p:cNvCxnSpPr>
          <p:nvPr/>
        </p:nvCxnSpPr>
        <p:spPr>
          <a:xfrm flipH="1" flipV="1">
            <a:off x="10486019" y="6262146"/>
            <a:ext cx="7834" cy="296966"/>
          </a:xfrm>
          <a:prstGeom prst="straightConnector1">
            <a:avLst/>
          </a:prstGeom>
          <a:ln w="19050">
            <a:solidFill>
              <a:schemeClr val="bg2">
                <a:lumMod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86ECEF7D-6C1A-BB7C-26EB-646C86D8D10C}"/>
              </a:ext>
            </a:extLst>
          </p:cNvPr>
          <p:cNvSpPr txBox="1"/>
          <p:nvPr/>
        </p:nvSpPr>
        <p:spPr>
          <a:xfrm>
            <a:off x="10010832" y="6333238"/>
            <a:ext cx="57283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Experiences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B375F7C-BEFB-40E7-AB7B-9D253C7EEF3E}"/>
              </a:ext>
            </a:extLst>
          </p:cNvPr>
          <p:cNvSpPr txBox="1"/>
          <p:nvPr/>
        </p:nvSpPr>
        <p:spPr>
          <a:xfrm rot="5400000">
            <a:off x="10847476" y="6355514"/>
            <a:ext cx="6382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nfluence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EBF8E5C-DB1E-1158-28D6-3C78FCB10B00}"/>
              </a:ext>
            </a:extLst>
          </p:cNvPr>
          <p:cNvSpPr txBox="1"/>
          <p:nvPr/>
        </p:nvSpPr>
        <p:spPr>
          <a:xfrm flipH="1">
            <a:off x="11081293" y="4125486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&amp;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02E10D9-462D-40B4-6208-05E7C2CCCDA1}"/>
              </a:ext>
            </a:extLst>
          </p:cNvPr>
          <p:cNvSpPr txBox="1"/>
          <p:nvPr/>
        </p:nvSpPr>
        <p:spPr>
          <a:xfrm flipH="1">
            <a:off x="9502395" y="4263573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 &amp;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2DA03411-CA7E-AF75-28D5-9C82C912F068}"/>
              </a:ext>
            </a:extLst>
          </p:cNvPr>
          <p:cNvCxnSpPr>
            <a:cxnSpLocks/>
            <a:stCxn id="78" idx="2"/>
            <a:endCxn id="268" idx="5"/>
          </p:cNvCxnSpPr>
          <p:nvPr/>
        </p:nvCxnSpPr>
        <p:spPr>
          <a:xfrm flipH="1">
            <a:off x="11004935" y="4130129"/>
            <a:ext cx="183455" cy="276022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0F332740-8A9F-6C9C-AA1B-3DA87B8397C4}"/>
              </a:ext>
            </a:extLst>
          </p:cNvPr>
          <p:cNvCxnSpPr>
            <a:cxnSpLocks/>
            <a:stCxn id="312" idx="2"/>
            <a:endCxn id="265" idx="4"/>
          </p:cNvCxnSpPr>
          <p:nvPr/>
        </p:nvCxnSpPr>
        <p:spPr>
          <a:xfrm flipH="1" flipV="1">
            <a:off x="9499014" y="4864230"/>
            <a:ext cx="577498" cy="171655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4F6DA42C-D929-FDF7-9A0B-E836AD69F12C}"/>
              </a:ext>
            </a:extLst>
          </p:cNvPr>
          <p:cNvCxnSpPr>
            <a:cxnSpLocks/>
            <a:stCxn id="14" idx="0"/>
            <a:endCxn id="313" idx="4"/>
          </p:cNvCxnSpPr>
          <p:nvPr/>
        </p:nvCxnSpPr>
        <p:spPr>
          <a:xfrm flipH="1" flipV="1">
            <a:off x="7762071" y="5738784"/>
            <a:ext cx="137068" cy="644374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4878E646-F862-AAB0-58C2-3DF60F338AF9}"/>
              </a:ext>
            </a:extLst>
          </p:cNvPr>
          <p:cNvCxnSpPr>
            <a:cxnSpLocks/>
            <a:stCxn id="15" idx="4"/>
            <a:endCxn id="14" idx="1"/>
          </p:cNvCxnSpPr>
          <p:nvPr/>
        </p:nvCxnSpPr>
        <p:spPr>
          <a:xfrm>
            <a:off x="7177834" y="6275676"/>
            <a:ext cx="472753" cy="174878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0F0A2832-A16E-D092-54F0-1F7C9CB002A3}"/>
              </a:ext>
            </a:extLst>
          </p:cNvPr>
          <p:cNvCxnSpPr>
            <a:cxnSpLocks/>
            <a:stCxn id="16" idx="3"/>
            <a:endCxn id="14" idx="7"/>
          </p:cNvCxnSpPr>
          <p:nvPr/>
        </p:nvCxnSpPr>
        <p:spPr>
          <a:xfrm flipH="1">
            <a:off x="8147690" y="6251588"/>
            <a:ext cx="161049" cy="198966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F0D1FB90-4775-EC4C-B550-457101E8701D}"/>
              </a:ext>
            </a:extLst>
          </p:cNvPr>
          <p:cNvCxnSpPr>
            <a:cxnSpLocks/>
            <a:stCxn id="242" idx="3"/>
            <a:endCxn id="575" idx="0"/>
          </p:cNvCxnSpPr>
          <p:nvPr/>
        </p:nvCxnSpPr>
        <p:spPr>
          <a:xfrm flipH="1">
            <a:off x="9634108" y="4570393"/>
            <a:ext cx="433575" cy="7656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A674D6BA-8F72-1A06-08B7-848BFEBE88AE}"/>
              </a:ext>
            </a:extLst>
          </p:cNvPr>
          <p:cNvCxnSpPr>
            <a:cxnSpLocks/>
          </p:cNvCxnSpPr>
          <p:nvPr/>
        </p:nvCxnSpPr>
        <p:spPr>
          <a:xfrm flipH="1">
            <a:off x="9439636" y="4028381"/>
            <a:ext cx="348856" cy="463606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65EFB7A9-9476-5457-4E5E-F43F5F3D6F62}"/>
              </a:ext>
            </a:extLst>
          </p:cNvPr>
          <p:cNvCxnSpPr>
            <a:cxnSpLocks/>
            <a:stCxn id="311" idx="0"/>
            <a:endCxn id="265" idx="3"/>
          </p:cNvCxnSpPr>
          <p:nvPr/>
        </p:nvCxnSpPr>
        <p:spPr>
          <a:xfrm flipH="1" flipV="1">
            <a:off x="9225854" y="4864231"/>
            <a:ext cx="9213" cy="509087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9248DA85-74EC-0138-970A-8268C5118E98}"/>
              </a:ext>
            </a:extLst>
          </p:cNvPr>
          <p:cNvCxnSpPr>
            <a:cxnSpLocks/>
            <a:stCxn id="316" idx="0"/>
            <a:endCxn id="312" idx="4"/>
          </p:cNvCxnSpPr>
          <p:nvPr/>
        </p:nvCxnSpPr>
        <p:spPr>
          <a:xfrm flipH="1" flipV="1">
            <a:off x="10469760" y="5195595"/>
            <a:ext cx="3179" cy="242954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46BD760B-F85A-1A9F-D244-9381C18D9065}"/>
              </a:ext>
            </a:extLst>
          </p:cNvPr>
          <p:cNvCxnSpPr>
            <a:cxnSpLocks/>
            <a:stCxn id="77" idx="1"/>
            <a:endCxn id="268" idx="5"/>
          </p:cNvCxnSpPr>
          <p:nvPr/>
        </p:nvCxnSpPr>
        <p:spPr>
          <a:xfrm flipH="1" flipV="1">
            <a:off x="11004935" y="4406151"/>
            <a:ext cx="311023" cy="2897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2607BC3E-3FBB-0505-21D8-F20CB12DB183}"/>
              </a:ext>
            </a:extLst>
          </p:cNvPr>
          <p:cNvCxnSpPr>
            <a:cxnSpLocks/>
            <a:stCxn id="76" idx="1"/>
            <a:endCxn id="268" idx="5"/>
          </p:cNvCxnSpPr>
          <p:nvPr/>
        </p:nvCxnSpPr>
        <p:spPr>
          <a:xfrm flipH="1" flipV="1">
            <a:off x="11004935" y="4406151"/>
            <a:ext cx="237913" cy="421101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8610A567-150D-80C5-2938-A9DE6C7AFA6E}"/>
              </a:ext>
            </a:extLst>
          </p:cNvPr>
          <p:cNvGrpSpPr/>
          <p:nvPr/>
        </p:nvGrpSpPr>
        <p:grpSpPr>
          <a:xfrm>
            <a:off x="9967101" y="4211504"/>
            <a:ext cx="1037835" cy="509594"/>
            <a:chOff x="7450790" y="5378377"/>
            <a:chExt cx="1037835" cy="509594"/>
          </a:xfrm>
        </p:grpSpPr>
        <p:sp>
          <p:nvSpPr>
            <p:cNvPr id="268" name="Pentagon 267">
              <a:extLst>
                <a:ext uri="{FF2B5EF4-FFF2-40B4-BE49-F238E27FC236}">
                  <a16:creationId xmlns:a16="http://schemas.microsoft.com/office/drawing/2014/main" id="{DF1C2CBD-9492-131F-A150-9D0C23BEC22A}"/>
                </a:ext>
              </a:extLst>
            </p:cNvPr>
            <p:cNvSpPr/>
            <p:nvPr/>
          </p:nvSpPr>
          <p:spPr>
            <a:xfrm>
              <a:off x="7450790" y="5378377"/>
              <a:ext cx="1037835" cy="509594"/>
            </a:xfrm>
            <a:prstGeom prst="pentagon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sng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Personal Background Factors</a:t>
              </a:r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E79BCB4C-9DDE-1790-E8F2-02267DFF1145}"/>
                </a:ext>
              </a:extLst>
            </p:cNvPr>
            <p:cNvSpPr/>
            <p:nvPr/>
          </p:nvSpPr>
          <p:spPr>
            <a:xfrm>
              <a:off x="7537189" y="5664803"/>
              <a:ext cx="96845" cy="8489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29C1BF6F-B365-589E-88C5-EF9C3ECFDF80}"/>
              </a:ext>
            </a:extLst>
          </p:cNvPr>
          <p:cNvGrpSpPr/>
          <p:nvPr/>
        </p:nvGrpSpPr>
        <p:grpSpPr>
          <a:xfrm>
            <a:off x="11242847" y="4739381"/>
            <a:ext cx="983042" cy="230050"/>
            <a:chOff x="6383129" y="6268973"/>
            <a:chExt cx="983042" cy="230050"/>
          </a:xfrm>
        </p:grpSpPr>
        <p:sp>
          <p:nvSpPr>
            <p:cNvPr id="76" name="Pentagon 75">
              <a:extLst>
                <a:ext uri="{FF2B5EF4-FFF2-40B4-BE49-F238E27FC236}">
                  <a16:creationId xmlns:a16="http://schemas.microsoft.com/office/drawing/2014/main" id="{F41A4D57-2A47-0784-9DB7-F7C0475CDA92}"/>
                </a:ext>
              </a:extLst>
            </p:cNvPr>
            <p:cNvSpPr/>
            <p:nvPr/>
          </p:nvSpPr>
          <p:spPr>
            <a:xfrm>
              <a:off x="6383129" y="6268973"/>
              <a:ext cx="983042" cy="230050"/>
            </a:xfrm>
            <a:prstGeom prst="pentagon">
              <a:avLst/>
            </a:prstGeom>
            <a:solidFill>
              <a:srgbClr val="AA72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Demographic</a:t>
              </a:r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D9D8FEDD-FAFD-3E2D-227B-0FED25A38C20}"/>
                </a:ext>
              </a:extLst>
            </p:cNvPr>
            <p:cNvSpPr/>
            <p:nvPr/>
          </p:nvSpPr>
          <p:spPr>
            <a:xfrm>
              <a:off x="7086250" y="6318209"/>
              <a:ext cx="61656" cy="55183"/>
            </a:xfrm>
            <a:prstGeom prst="ellipse">
              <a:avLst/>
            </a:prstGeom>
            <a:solidFill>
              <a:srgbClr val="AA72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9" name="Flowchart: Data 258">
            <a:extLst>
              <a:ext uri="{FF2B5EF4-FFF2-40B4-BE49-F238E27FC236}">
                <a16:creationId xmlns:a16="http://schemas.microsoft.com/office/drawing/2014/main" id="{CACF4285-A9DC-FA0B-EC6F-5FEED4247558}"/>
              </a:ext>
            </a:extLst>
          </p:cNvPr>
          <p:cNvSpPr/>
          <p:nvPr/>
        </p:nvSpPr>
        <p:spPr>
          <a:xfrm>
            <a:off x="7008164" y="2162326"/>
            <a:ext cx="1179342" cy="278615"/>
          </a:xfrm>
          <a:prstGeom prst="flowChartInputOutput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</a:t>
            </a:r>
            <a:endParaRPr kumimoji="0" lang="en-US" sz="9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D72C09F8-D0E5-FF28-C0F6-3F283F5C5FBD}"/>
              </a:ext>
            </a:extLst>
          </p:cNvPr>
          <p:cNvSpPr/>
          <p:nvPr/>
        </p:nvSpPr>
        <p:spPr>
          <a:xfrm>
            <a:off x="8781269" y="2093526"/>
            <a:ext cx="885762" cy="430961"/>
          </a:xfrm>
          <a:prstGeom prst="ellipse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Context</a:t>
            </a:r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E588D7FA-0746-8B07-BE29-ABCA02CB0543}"/>
              </a:ext>
            </a:extLst>
          </p:cNvPr>
          <p:cNvSpPr/>
          <p:nvPr/>
        </p:nvSpPr>
        <p:spPr>
          <a:xfrm>
            <a:off x="8128138" y="919208"/>
            <a:ext cx="1285312" cy="430961"/>
          </a:xfrm>
          <a:prstGeom prst="ellipse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Environment</a:t>
            </a:r>
          </a:p>
        </p:txBody>
      </p: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B3AF7FD0-7754-69F8-69E4-C8B38D5D4A56}"/>
              </a:ext>
            </a:extLst>
          </p:cNvPr>
          <p:cNvCxnSpPr>
            <a:cxnSpLocks/>
            <a:stCxn id="259" idx="3"/>
            <a:endCxn id="63" idx="7"/>
          </p:cNvCxnSpPr>
          <p:nvPr/>
        </p:nvCxnSpPr>
        <p:spPr>
          <a:xfrm flipH="1">
            <a:off x="6852628" y="2440941"/>
            <a:ext cx="627273" cy="5940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Pentagon 280">
            <a:extLst>
              <a:ext uri="{FF2B5EF4-FFF2-40B4-BE49-F238E27FC236}">
                <a16:creationId xmlns:a16="http://schemas.microsoft.com/office/drawing/2014/main" id="{501C3C3A-E209-AFB9-DA1D-3BDE8E5515CC}"/>
              </a:ext>
            </a:extLst>
          </p:cNvPr>
          <p:cNvSpPr/>
          <p:nvPr/>
        </p:nvSpPr>
        <p:spPr>
          <a:xfrm>
            <a:off x="9950399" y="2138664"/>
            <a:ext cx="1062474" cy="453900"/>
          </a:xfrm>
          <a:prstGeom prst="pentagon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Contextual Factors</a:t>
            </a:r>
          </a:p>
        </p:txBody>
      </p:sp>
      <p:sp>
        <p:nvSpPr>
          <p:cNvPr id="283" name="Pentagon 282">
            <a:extLst>
              <a:ext uri="{FF2B5EF4-FFF2-40B4-BE49-F238E27FC236}">
                <a16:creationId xmlns:a16="http://schemas.microsoft.com/office/drawing/2014/main" id="{081BD847-DFAC-9B78-B605-4E09B1258B09}"/>
              </a:ext>
            </a:extLst>
          </p:cNvPr>
          <p:cNvSpPr/>
          <p:nvPr/>
        </p:nvSpPr>
        <p:spPr>
          <a:xfrm>
            <a:off x="11031011" y="1645868"/>
            <a:ext cx="894870" cy="450867"/>
          </a:xfrm>
          <a:prstGeom prst="pentagon">
            <a:avLst/>
          </a:prstGeom>
          <a:solidFill>
            <a:srgbClr val="7698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Distal Contexts</a:t>
            </a:r>
          </a:p>
        </p:txBody>
      </p:sp>
      <p:sp>
        <p:nvSpPr>
          <p:cNvPr id="285" name="Pentagon 284">
            <a:extLst>
              <a:ext uri="{FF2B5EF4-FFF2-40B4-BE49-F238E27FC236}">
                <a16:creationId xmlns:a16="http://schemas.microsoft.com/office/drawing/2014/main" id="{B941F5E2-98DE-0DDA-8A2A-D41BE13D5174}"/>
              </a:ext>
            </a:extLst>
          </p:cNvPr>
          <p:cNvSpPr/>
          <p:nvPr/>
        </p:nvSpPr>
        <p:spPr>
          <a:xfrm>
            <a:off x="9840661" y="935175"/>
            <a:ext cx="1285312" cy="502884"/>
          </a:xfrm>
          <a:prstGeom prst="pentagon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Environmental Factors</a:t>
            </a:r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0F80B509-1A89-7172-5646-95096D1553DE}"/>
              </a:ext>
            </a:extLst>
          </p:cNvPr>
          <p:cNvSpPr/>
          <p:nvPr/>
        </p:nvSpPr>
        <p:spPr>
          <a:xfrm>
            <a:off x="10734851" y="352625"/>
            <a:ext cx="1049539" cy="377731"/>
          </a:xfrm>
          <a:prstGeom prst="ellipse">
            <a:avLst/>
          </a:prstGeom>
          <a:solidFill>
            <a:srgbClr val="7698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Physical Environments</a:t>
            </a:r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42C0EC05-71A4-C672-2BB4-6FED5154B426}"/>
              </a:ext>
            </a:extLst>
          </p:cNvPr>
          <p:cNvSpPr/>
          <p:nvPr/>
        </p:nvSpPr>
        <p:spPr>
          <a:xfrm>
            <a:off x="9276828" y="333242"/>
            <a:ext cx="1049539" cy="381267"/>
          </a:xfrm>
          <a:prstGeom prst="ellipse">
            <a:avLst/>
          </a:prstGeom>
          <a:solidFill>
            <a:srgbClr val="7698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Social Environments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9322791F-DB05-6B78-4E52-21F6777BA313}"/>
              </a:ext>
            </a:extLst>
          </p:cNvPr>
          <p:cNvSpPr txBox="1"/>
          <p:nvPr/>
        </p:nvSpPr>
        <p:spPr>
          <a:xfrm>
            <a:off x="9442100" y="891711"/>
            <a:ext cx="41558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has </a:t>
            </a:r>
          </a:p>
        </p:txBody>
      </p:sp>
      <p:sp>
        <p:nvSpPr>
          <p:cNvPr id="292" name="Pentagon 291">
            <a:extLst>
              <a:ext uri="{FF2B5EF4-FFF2-40B4-BE49-F238E27FC236}">
                <a16:creationId xmlns:a16="http://schemas.microsoft.com/office/drawing/2014/main" id="{B9E2BFE3-CAFC-E5BB-43BC-7184037E96BE}"/>
              </a:ext>
            </a:extLst>
          </p:cNvPr>
          <p:cNvSpPr/>
          <p:nvPr/>
        </p:nvSpPr>
        <p:spPr>
          <a:xfrm>
            <a:off x="7276730" y="1295242"/>
            <a:ext cx="844827" cy="383316"/>
          </a:xfrm>
          <a:prstGeom prst="pentagon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External Factors</a:t>
            </a:r>
          </a:p>
        </p:txBody>
      </p: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9ABBE318-4FF3-7C83-F709-FB75024ADC7F}"/>
              </a:ext>
            </a:extLst>
          </p:cNvPr>
          <p:cNvCxnSpPr>
            <a:cxnSpLocks/>
            <a:stCxn id="292" idx="3"/>
            <a:endCxn id="259" idx="0"/>
          </p:cNvCxnSpPr>
          <p:nvPr/>
        </p:nvCxnSpPr>
        <p:spPr>
          <a:xfrm>
            <a:off x="7699144" y="1678558"/>
            <a:ext cx="16625" cy="4837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TextBox 298">
            <a:extLst>
              <a:ext uri="{FF2B5EF4-FFF2-40B4-BE49-F238E27FC236}">
                <a16:creationId xmlns:a16="http://schemas.microsoft.com/office/drawing/2014/main" id="{DDE18133-2B4F-67C2-6491-5392E1459F79}"/>
              </a:ext>
            </a:extLst>
          </p:cNvPr>
          <p:cNvSpPr txBox="1"/>
          <p:nvPr/>
        </p:nvSpPr>
        <p:spPr>
          <a:xfrm flipH="1">
            <a:off x="6581366" y="2512880"/>
            <a:ext cx="575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0388C00A-9EBE-7E7B-9604-9F3FE739FF04}"/>
              </a:ext>
            </a:extLst>
          </p:cNvPr>
          <p:cNvCxnSpPr>
            <a:cxnSpLocks/>
            <a:stCxn id="260" idx="6"/>
            <a:endCxn id="281" idx="1"/>
          </p:cNvCxnSpPr>
          <p:nvPr/>
        </p:nvCxnSpPr>
        <p:spPr>
          <a:xfrm>
            <a:off x="9667031" y="2309007"/>
            <a:ext cx="283369" cy="3031"/>
          </a:xfrm>
          <a:prstGeom prst="straightConnector1">
            <a:avLst/>
          </a:prstGeom>
          <a:ln w="38100" cmpd="dbl">
            <a:solidFill>
              <a:schemeClr val="accent2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3DC7403D-F584-EFE1-F250-387CADCE58C5}"/>
              </a:ext>
            </a:extLst>
          </p:cNvPr>
          <p:cNvCxnSpPr>
            <a:cxnSpLocks/>
            <a:stCxn id="261" idx="6"/>
            <a:endCxn id="285" idx="1"/>
          </p:cNvCxnSpPr>
          <p:nvPr/>
        </p:nvCxnSpPr>
        <p:spPr>
          <a:xfrm flipV="1">
            <a:off x="9413450" y="1127259"/>
            <a:ext cx="427212" cy="7430"/>
          </a:xfrm>
          <a:prstGeom prst="straightConnector1">
            <a:avLst/>
          </a:prstGeom>
          <a:ln w="38100" cmpd="dbl">
            <a:solidFill>
              <a:schemeClr val="accent2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0DAD80BE-FA61-1422-B1AB-0EAA0D29B787}"/>
              </a:ext>
            </a:extLst>
          </p:cNvPr>
          <p:cNvCxnSpPr>
            <a:cxnSpLocks/>
            <a:stCxn id="261" idx="5"/>
            <a:endCxn id="260" idx="0"/>
          </p:cNvCxnSpPr>
          <p:nvPr/>
        </p:nvCxnSpPr>
        <p:spPr>
          <a:xfrm flipH="1">
            <a:off x="9224150" y="1287056"/>
            <a:ext cx="1070" cy="806470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40751BDE-64A5-E33A-726B-9CDD269F0C22}"/>
              </a:ext>
            </a:extLst>
          </p:cNvPr>
          <p:cNvCxnSpPr>
            <a:cxnSpLocks/>
            <a:stCxn id="260" idx="1"/>
            <a:endCxn id="292" idx="4"/>
          </p:cNvCxnSpPr>
          <p:nvPr/>
        </p:nvCxnSpPr>
        <p:spPr>
          <a:xfrm flipH="1" flipV="1">
            <a:off x="7960209" y="1678557"/>
            <a:ext cx="950777" cy="478082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:a16="http://schemas.microsoft.com/office/drawing/2014/main" id="{091A7842-E24B-9D76-0297-6AE75BFB7ED2}"/>
              </a:ext>
            </a:extLst>
          </p:cNvPr>
          <p:cNvSpPr txBox="1"/>
          <p:nvPr/>
        </p:nvSpPr>
        <p:spPr>
          <a:xfrm flipH="1">
            <a:off x="7813208" y="1825604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CEC09447-A89B-4E0B-213E-F4B06DE3CE40}"/>
              </a:ext>
            </a:extLst>
          </p:cNvPr>
          <p:cNvSpPr txBox="1"/>
          <p:nvPr/>
        </p:nvSpPr>
        <p:spPr>
          <a:xfrm>
            <a:off x="9553560" y="2037197"/>
            <a:ext cx="41558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has </a:t>
            </a:r>
          </a:p>
        </p:txBody>
      </p: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589117E9-2C94-F12E-2EB6-D97E170EE64D}"/>
              </a:ext>
            </a:extLst>
          </p:cNvPr>
          <p:cNvGrpSpPr/>
          <p:nvPr/>
        </p:nvGrpSpPr>
        <p:grpSpPr>
          <a:xfrm>
            <a:off x="11077909" y="2448194"/>
            <a:ext cx="831930" cy="466136"/>
            <a:chOff x="11085195" y="2539269"/>
            <a:chExt cx="831930" cy="466136"/>
          </a:xfrm>
        </p:grpSpPr>
        <p:sp>
          <p:nvSpPr>
            <p:cNvPr id="282" name="Pentagon 281">
              <a:extLst>
                <a:ext uri="{FF2B5EF4-FFF2-40B4-BE49-F238E27FC236}">
                  <a16:creationId xmlns:a16="http://schemas.microsoft.com/office/drawing/2014/main" id="{DA06C7CA-E75E-C653-0202-C4784F2122B1}"/>
                </a:ext>
              </a:extLst>
            </p:cNvPr>
            <p:cNvSpPr/>
            <p:nvPr/>
          </p:nvSpPr>
          <p:spPr>
            <a:xfrm>
              <a:off x="11085195" y="2539269"/>
              <a:ext cx="831930" cy="466136"/>
            </a:xfrm>
            <a:prstGeom prst="pentagon">
              <a:avLst/>
            </a:prstGeom>
            <a:solidFill>
              <a:srgbClr val="7698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Proximal Contexts</a:t>
              </a:r>
            </a:p>
          </p:txBody>
        </p: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E72E2561-C3B4-8A35-9DDC-35A0E18A974B}"/>
                </a:ext>
              </a:extLst>
            </p:cNvPr>
            <p:cNvSpPr/>
            <p:nvPr/>
          </p:nvSpPr>
          <p:spPr>
            <a:xfrm>
              <a:off x="11285871" y="2621508"/>
              <a:ext cx="85932" cy="85415"/>
            </a:xfrm>
            <a:prstGeom prst="ellipse">
              <a:avLst/>
            </a:prstGeom>
            <a:solidFill>
              <a:srgbClr val="7698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F799A93B-768F-9642-C36B-D699F3A7E9FE}"/>
              </a:ext>
            </a:extLst>
          </p:cNvPr>
          <p:cNvCxnSpPr>
            <a:cxnSpLocks/>
            <a:stCxn id="260" idx="4"/>
            <a:endCxn id="265" idx="0"/>
          </p:cNvCxnSpPr>
          <p:nvPr/>
        </p:nvCxnSpPr>
        <p:spPr>
          <a:xfrm>
            <a:off x="9224150" y="2524487"/>
            <a:ext cx="1704" cy="1882711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TextBox 434">
            <a:extLst>
              <a:ext uri="{FF2B5EF4-FFF2-40B4-BE49-F238E27FC236}">
                <a16:creationId xmlns:a16="http://schemas.microsoft.com/office/drawing/2014/main" id="{290FF94D-589E-8462-6E05-6CA1232AD3A0}"/>
              </a:ext>
            </a:extLst>
          </p:cNvPr>
          <p:cNvSpPr txBox="1"/>
          <p:nvPr/>
        </p:nvSpPr>
        <p:spPr>
          <a:xfrm flipH="1">
            <a:off x="8875794" y="1513020"/>
            <a:ext cx="64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FC61AAA3-B233-8A78-1569-513CEC98B090}"/>
              </a:ext>
            </a:extLst>
          </p:cNvPr>
          <p:cNvSpPr txBox="1"/>
          <p:nvPr/>
        </p:nvSpPr>
        <p:spPr>
          <a:xfrm flipH="1">
            <a:off x="8720628" y="2762409"/>
            <a:ext cx="64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46BBB991-0C2C-E0AC-D65C-FC3B66229757}"/>
              </a:ext>
            </a:extLst>
          </p:cNvPr>
          <p:cNvCxnSpPr>
            <a:cxnSpLocks/>
            <a:stCxn id="263" idx="2"/>
            <a:endCxn id="63" idx="5"/>
          </p:cNvCxnSpPr>
          <p:nvPr/>
        </p:nvCxnSpPr>
        <p:spPr>
          <a:xfrm flipH="1" flipV="1">
            <a:off x="6852628" y="3794459"/>
            <a:ext cx="368485" cy="2467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Arrow Connector 501">
            <a:extLst>
              <a:ext uri="{FF2B5EF4-FFF2-40B4-BE49-F238E27FC236}">
                <a16:creationId xmlns:a16="http://schemas.microsoft.com/office/drawing/2014/main" id="{9BC42967-FFF0-DD26-651A-A5895B058C08}"/>
              </a:ext>
            </a:extLst>
          </p:cNvPr>
          <p:cNvCxnSpPr>
            <a:cxnSpLocks/>
            <a:stCxn id="65" idx="0"/>
            <a:endCxn id="63" idx="3"/>
          </p:cNvCxnSpPr>
          <p:nvPr/>
        </p:nvCxnSpPr>
        <p:spPr>
          <a:xfrm flipV="1">
            <a:off x="4718117" y="3794459"/>
            <a:ext cx="639116" cy="979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0" name="Oval 519">
            <a:extLst>
              <a:ext uri="{FF2B5EF4-FFF2-40B4-BE49-F238E27FC236}">
                <a16:creationId xmlns:a16="http://schemas.microsoft.com/office/drawing/2014/main" id="{5FAA3656-CE77-AF9F-4A31-472560B03576}"/>
              </a:ext>
            </a:extLst>
          </p:cNvPr>
          <p:cNvSpPr/>
          <p:nvPr/>
        </p:nvSpPr>
        <p:spPr>
          <a:xfrm>
            <a:off x="4205007" y="2070527"/>
            <a:ext cx="117067" cy="10753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9" name="Oval 518">
            <a:extLst>
              <a:ext uri="{FF2B5EF4-FFF2-40B4-BE49-F238E27FC236}">
                <a16:creationId xmlns:a16="http://schemas.microsoft.com/office/drawing/2014/main" id="{71CAF9AE-EFF8-496B-E644-13F040944A35}"/>
              </a:ext>
            </a:extLst>
          </p:cNvPr>
          <p:cNvSpPr/>
          <p:nvPr/>
        </p:nvSpPr>
        <p:spPr>
          <a:xfrm>
            <a:off x="4042708" y="2435893"/>
            <a:ext cx="117067" cy="10753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106FD92E-AA1D-4F2E-F0D0-371B77510AA7}"/>
              </a:ext>
            </a:extLst>
          </p:cNvPr>
          <p:cNvGrpSpPr/>
          <p:nvPr/>
        </p:nvGrpSpPr>
        <p:grpSpPr>
          <a:xfrm>
            <a:off x="4023914" y="2099134"/>
            <a:ext cx="1340047" cy="414800"/>
            <a:chOff x="3785616" y="2074858"/>
            <a:chExt cx="1340047" cy="414800"/>
          </a:xfrm>
        </p:grpSpPr>
        <p:sp>
          <p:nvSpPr>
            <p:cNvPr id="226" name="Flowchart: Data 225">
              <a:extLst>
                <a:ext uri="{FF2B5EF4-FFF2-40B4-BE49-F238E27FC236}">
                  <a16:creationId xmlns:a16="http://schemas.microsoft.com/office/drawing/2014/main" id="{BC34A00B-5A71-5620-6652-EBB647D46C84}"/>
                </a:ext>
              </a:extLst>
            </p:cNvPr>
            <p:cNvSpPr/>
            <p:nvPr/>
          </p:nvSpPr>
          <p:spPr>
            <a:xfrm>
              <a:off x="3785616" y="2074858"/>
              <a:ext cx="1340047" cy="414800"/>
            </a:xfrm>
            <a:prstGeom prst="flowChartInputOutput">
              <a:avLst/>
            </a:prstGeom>
            <a:solidFill>
              <a:srgbClr val="C6645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sng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Feedback</a:t>
              </a:r>
              <a:endParaRPr kumimoji="0" lang="en-US" sz="8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6611A04B-0378-A303-432B-C2E33E92D0D8}"/>
                </a:ext>
              </a:extLst>
            </p:cNvPr>
            <p:cNvSpPr/>
            <p:nvPr/>
          </p:nvSpPr>
          <p:spPr>
            <a:xfrm>
              <a:off x="4782257" y="2364768"/>
              <a:ext cx="117067" cy="107530"/>
            </a:xfrm>
            <a:prstGeom prst="ellipse">
              <a:avLst/>
            </a:prstGeom>
            <a:solidFill>
              <a:srgbClr val="C664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Oval 62">
            <a:extLst>
              <a:ext uri="{FF2B5EF4-FFF2-40B4-BE49-F238E27FC236}">
                <a16:creationId xmlns:a16="http://schemas.microsoft.com/office/drawing/2014/main" id="{FD607756-3CB8-E6FF-E3DD-7DC465AF182E}"/>
              </a:ext>
            </a:extLst>
          </p:cNvPr>
          <p:cNvSpPr/>
          <p:nvPr/>
        </p:nvSpPr>
        <p:spPr>
          <a:xfrm>
            <a:off x="5047527" y="2877694"/>
            <a:ext cx="2114807" cy="107405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u="sng">
                <a:solidFill>
                  <a:prstClr val="black"/>
                </a:solidFill>
                <a:latin typeface="Calibri" panose="020F0502020204030204"/>
              </a:rPr>
              <a:t>Ecological</a:t>
            </a:r>
            <a:r>
              <a:rPr kumimoji="0" lang="en-US" sz="1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Mental Functioning Ontology</a:t>
            </a:r>
          </a:p>
        </p:txBody>
      </p:sp>
      <p:cxnSp>
        <p:nvCxnSpPr>
          <p:cNvPr id="532" name="Straight Arrow Connector 531">
            <a:extLst>
              <a:ext uri="{FF2B5EF4-FFF2-40B4-BE49-F238E27FC236}">
                <a16:creationId xmlns:a16="http://schemas.microsoft.com/office/drawing/2014/main" id="{9F007260-ABB1-7734-98C5-D50B51D3CBB9}"/>
              </a:ext>
            </a:extLst>
          </p:cNvPr>
          <p:cNvCxnSpPr>
            <a:cxnSpLocks/>
            <a:stCxn id="209" idx="1"/>
            <a:endCxn id="207" idx="3"/>
          </p:cNvCxnSpPr>
          <p:nvPr/>
        </p:nvCxnSpPr>
        <p:spPr>
          <a:xfrm flipH="1">
            <a:off x="7102640" y="4678934"/>
            <a:ext cx="1738201" cy="46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88451B58-DDFC-3325-B7DD-023A42ADBA23}"/>
              </a:ext>
            </a:extLst>
          </p:cNvPr>
          <p:cNvCxnSpPr>
            <a:cxnSpLocks/>
          </p:cNvCxnSpPr>
          <p:nvPr/>
        </p:nvCxnSpPr>
        <p:spPr>
          <a:xfrm flipV="1">
            <a:off x="5170569" y="2416173"/>
            <a:ext cx="1821773" cy="61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4" name="TextBox 553">
            <a:extLst>
              <a:ext uri="{FF2B5EF4-FFF2-40B4-BE49-F238E27FC236}">
                <a16:creationId xmlns:a16="http://schemas.microsoft.com/office/drawing/2014/main" id="{C8F8E697-DD8D-8855-D6CF-FC3F68C67D60}"/>
              </a:ext>
            </a:extLst>
          </p:cNvPr>
          <p:cNvSpPr txBox="1"/>
          <p:nvPr/>
        </p:nvSpPr>
        <p:spPr>
          <a:xfrm flipH="1">
            <a:off x="4783775" y="2621840"/>
            <a:ext cx="575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5" name="TextBox 554">
            <a:extLst>
              <a:ext uri="{FF2B5EF4-FFF2-40B4-BE49-F238E27FC236}">
                <a16:creationId xmlns:a16="http://schemas.microsoft.com/office/drawing/2014/main" id="{90AD1C93-7E51-DE54-FAD3-F3EED3DAB3F1}"/>
              </a:ext>
            </a:extLst>
          </p:cNvPr>
          <p:cNvSpPr txBox="1"/>
          <p:nvPr/>
        </p:nvSpPr>
        <p:spPr>
          <a:xfrm flipH="1">
            <a:off x="7032203" y="3665698"/>
            <a:ext cx="575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6" name="TextBox 555">
            <a:extLst>
              <a:ext uri="{FF2B5EF4-FFF2-40B4-BE49-F238E27FC236}">
                <a16:creationId xmlns:a16="http://schemas.microsoft.com/office/drawing/2014/main" id="{C2C7390E-9FDB-6ADA-268E-9FCC7CBEB5A6}"/>
              </a:ext>
            </a:extLst>
          </p:cNvPr>
          <p:cNvSpPr txBox="1"/>
          <p:nvPr/>
        </p:nvSpPr>
        <p:spPr>
          <a:xfrm flipH="1">
            <a:off x="4668673" y="3629678"/>
            <a:ext cx="575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628E0440-27FB-0EC6-DC43-CFCAA9D211C6}"/>
              </a:ext>
            </a:extLst>
          </p:cNvPr>
          <p:cNvSpPr txBox="1"/>
          <p:nvPr/>
        </p:nvSpPr>
        <p:spPr>
          <a:xfrm>
            <a:off x="5562780" y="5363803"/>
            <a:ext cx="402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uses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73" name="Group 572">
            <a:extLst>
              <a:ext uri="{FF2B5EF4-FFF2-40B4-BE49-F238E27FC236}">
                <a16:creationId xmlns:a16="http://schemas.microsoft.com/office/drawing/2014/main" id="{23221ECF-8947-F883-AB0D-EECCDB7AA58E}"/>
              </a:ext>
            </a:extLst>
          </p:cNvPr>
          <p:cNvGrpSpPr/>
          <p:nvPr/>
        </p:nvGrpSpPr>
        <p:grpSpPr>
          <a:xfrm>
            <a:off x="9373855" y="3638353"/>
            <a:ext cx="1110157" cy="392359"/>
            <a:chOff x="8913252" y="3638353"/>
            <a:chExt cx="1110157" cy="392359"/>
          </a:xfrm>
        </p:grpSpPr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B1F74157-0FCD-FD87-4503-84D674C77175}"/>
                </a:ext>
              </a:extLst>
            </p:cNvPr>
            <p:cNvSpPr/>
            <p:nvPr/>
          </p:nvSpPr>
          <p:spPr>
            <a:xfrm>
              <a:off x="8913252" y="3638353"/>
              <a:ext cx="1110157" cy="392359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sng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Health Condition Factors</a:t>
              </a:r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0AFB9A02-3327-739D-9E94-D8BDE400BEF7}"/>
                </a:ext>
              </a:extLst>
            </p:cNvPr>
            <p:cNvSpPr/>
            <p:nvPr/>
          </p:nvSpPr>
          <p:spPr>
            <a:xfrm>
              <a:off x="9283989" y="3977284"/>
              <a:ext cx="67949" cy="51097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81" name="Straight Arrow Connector 580">
            <a:extLst>
              <a:ext uri="{FF2B5EF4-FFF2-40B4-BE49-F238E27FC236}">
                <a16:creationId xmlns:a16="http://schemas.microsoft.com/office/drawing/2014/main" id="{4D8690E8-6DB2-D690-1677-453B6A7F33A0}"/>
              </a:ext>
            </a:extLst>
          </p:cNvPr>
          <p:cNvCxnSpPr>
            <a:cxnSpLocks/>
            <a:stCxn id="263" idx="1"/>
          </p:cNvCxnSpPr>
          <p:nvPr/>
        </p:nvCxnSpPr>
        <p:spPr>
          <a:xfrm flipV="1">
            <a:off x="7789911" y="2450048"/>
            <a:ext cx="11406" cy="1425561"/>
          </a:xfrm>
          <a:prstGeom prst="straightConnector1">
            <a:avLst/>
          </a:prstGeom>
          <a:ln w="28575" cmpd="thickThin">
            <a:solidFill>
              <a:srgbClr val="518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Arrow Connector 583">
            <a:extLst>
              <a:ext uri="{FF2B5EF4-FFF2-40B4-BE49-F238E27FC236}">
                <a16:creationId xmlns:a16="http://schemas.microsoft.com/office/drawing/2014/main" id="{9689CED5-6642-96E9-BE21-E56EB0B1AEAD}"/>
              </a:ext>
            </a:extLst>
          </p:cNvPr>
          <p:cNvCxnSpPr>
            <a:cxnSpLocks/>
            <a:stCxn id="65" idx="5"/>
            <a:endCxn id="263" idx="2"/>
          </p:cNvCxnSpPr>
          <p:nvPr/>
        </p:nvCxnSpPr>
        <p:spPr>
          <a:xfrm flipV="1">
            <a:off x="5086514" y="4041197"/>
            <a:ext cx="2134599" cy="20783"/>
          </a:xfrm>
          <a:prstGeom prst="straightConnector1">
            <a:avLst/>
          </a:prstGeom>
          <a:ln w="28575" cmpd="thickThin">
            <a:solidFill>
              <a:srgbClr val="518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Arrow Connector 586">
            <a:extLst>
              <a:ext uri="{FF2B5EF4-FFF2-40B4-BE49-F238E27FC236}">
                <a16:creationId xmlns:a16="http://schemas.microsoft.com/office/drawing/2014/main" id="{492AE184-73B1-4510-2B22-6A93A2D6C0E1}"/>
              </a:ext>
            </a:extLst>
          </p:cNvPr>
          <p:cNvCxnSpPr>
            <a:cxnSpLocks/>
            <a:stCxn id="90" idx="1"/>
            <a:endCxn id="263" idx="5"/>
          </p:cNvCxnSpPr>
          <p:nvPr/>
        </p:nvCxnSpPr>
        <p:spPr>
          <a:xfrm flipH="1" flipV="1">
            <a:off x="8358708" y="4041197"/>
            <a:ext cx="640386" cy="4598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9" name="TextBox 588">
            <a:extLst>
              <a:ext uri="{FF2B5EF4-FFF2-40B4-BE49-F238E27FC236}">
                <a16:creationId xmlns:a16="http://schemas.microsoft.com/office/drawing/2014/main" id="{30A29C7C-8FCC-C409-E378-D58C8AF60388}"/>
              </a:ext>
            </a:extLst>
          </p:cNvPr>
          <p:cNvSpPr txBox="1"/>
          <p:nvPr/>
        </p:nvSpPr>
        <p:spPr>
          <a:xfrm>
            <a:off x="8704627" y="4073407"/>
            <a:ext cx="3622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2B276E8C-2A2D-EB26-9D86-C60D4BBB9CB8}"/>
              </a:ext>
            </a:extLst>
          </p:cNvPr>
          <p:cNvSpPr txBox="1"/>
          <p:nvPr/>
        </p:nvSpPr>
        <p:spPr>
          <a:xfrm>
            <a:off x="5331177" y="3893152"/>
            <a:ext cx="402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uses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E8A095E8-C347-24CA-F48B-1EB14244CFB9}"/>
              </a:ext>
            </a:extLst>
          </p:cNvPr>
          <p:cNvSpPr txBox="1"/>
          <p:nvPr/>
        </p:nvSpPr>
        <p:spPr>
          <a:xfrm flipH="1">
            <a:off x="7318493" y="5787270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 &amp;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D32E2886-50C3-18B4-9E3E-BB23EB669960}"/>
              </a:ext>
            </a:extLst>
          </p:cNvPr>
          <p:cNvSpPr txBox="1"/>
          <p:nvPr/>
        </p:nvSpPr>
        <p:spPr>
          <a:xfrm flipH="1">
            <a:off x="8181066" y="6300867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 &amp;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sp>
        <p:nvSpPr>
          <p:cNvPr id="512" name="Oval 511">
            <a:extLst>
              <a:ext uri="{FF2B5EF4-FFF2-40B4-BE49-F238E27FC236}">
                <a16:creationId xmlns:a16="http://schemas.microsoft.com/office/drawing/2014/main" id="{512B4E47-0F93-32A5-0DE2-700E5FE84454}"/>
              </a:ext>
            </a:extLst>
          </p:cNvPr>
          <p:cNvSpPr/>
          <p:nvPr/>
        </p:nvSpPr>
        <p:spPr>
          <a:xfrm>
            <a:off x="8468592" y="5399549"/>
            <a:ext cx="149132" cy="13656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2" name="Connector: Elbow 571">
            <a:extLst>
              <a:ext uri="{FF2B5EF4-FFF2-40B4-BE49-F238E27FC236}">
                <a16:creationId xmlns:a16="http://schemas.microsoft.com/office/drawing/2014/main" id="{D9EA0A29-42D4-0F78-149A-D60F6C2967DB}"/>
              </a:ext>
            </a:extLst>
          </p:cNvPr>
          <p:cNvCxnSpPr>
            <a:stCxn id="268" idx="4"/>
            <a:endCxn id="84" idx="6"/>
          </p:cNvCxnSpPr>
          <p:nvPr/>
        </p:nvCxnSpPr>
        <p:spPr>
          <a:xfrm rot="16200000" flipH="1">
            <a:off x="9881927" y="5645895"/>
            <a:ext cx="1963347" cy="113749"/>
          </a:xfrm>
          <a:prstGeom prst="bentConnector4">
            <a:avLst>
              <a:gd name="adj1" fmla="val 490"/>
              <a:gd name="adj2" fmla="val 247132"/>
            </a:avLst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55A12EDD-D913-FC0C-A06B-70CC91B30C6A}"/>
              </a:ext>
            </a:extLst>
          </p:cNvPr>
          <p:cNvSpPr txBox="1"/>
          <p:nvPr/>
        </p:nvSpPr>
        <p:spPr>
          <a:xfrm flipH="1">
            <a:off x="7139084" y="6322760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 &amp;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F5BF41A-5E9C-5DFA-FEF0-38A890314E52}"/>
              </a:ext>
            </a:extLst>
          </p:cNvPr>
          <p:cNvSpPr txBox="1"/>
          <p:nvPr/>
        </p:nvSpPr>
        <p:spPr>
          <a:xfrm>
            <a:off x="3513401" y="5803213"/>
            <a:ext cx="355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80C18F12-6488-A9FC-99C9-0AD18ED6447A}"/>
              </a:ext>
            </a:extLst>
          </p:cNvPr>
          <p:cNvSpPr txBox="1"/>
          <p:nvPr/>
        </p:nvSpPr>
        <p:spPr>
          <a:xfrm>
            <a:off x="2751905" y="5262243"/>
            <a:ext cx="355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7E01F8EF-2921-4261-DF1F-D307BD8BC203}"/>
              </a:ext>
            </a:extLst>
          </p:cNvPr>
          <p:cNvGrpSpPr/>
          <p:nvPr/>
        </p:nvGrpSpPr>
        <p:grpSpPr>
          <a:xfrm>
            <a:off x="1390363" y="39791"/>
            <a:ext cx="1332991" cy="1882562"/>
            <a:chOff x="1351156" y="92111"/>
            <a:chExt cx="1332991" cy="1869006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77A9A5EE-6A50-1ED2-BECE-8F8C1D0AEC26}"/>
                </a:ext>
              </a:extLst>
            </p:cNvPr>
            <p:cNvSpPr/>
            <p:nvPr/>
          </p:nvSpPr>
          <p:spPr>
            <a:xfrm>
              <a:off x="1351156" y="92111"/>
              <a:ext cx="1332991" cy="18690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D5700F77-F673-3980-BB23-724A9236CCCE}"/>
                </a:ext>
              </a:extLst>
            </p:cNvPr>
            <p:cNvSpPr/>
            <p:nvPr/>
          </p:nvSpPr>
          <p:spPr>
            <a:xfrm>
              <a:off x="1374765" y="116185"/>
              <a:ext cx="1269521" cy="17939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47F65FC-3CAA-66FE-1B56-D6CDD7964928}"/>
                </a:ext>
              </a:extLst>
            </p:cNvPr>
            <p:cNvSpPr/>
            <p:nvPr/>
          </p:nvSpPr>
          <p:spPr>
            <a:xfrm>
              <a:off x="1417083" y="156650"/>
              <a:ext cx="1176394" cy="10674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768A3632-43B0-89C0-725B-52AC4FF0BEEE}"/>
                </a:ext>
              </a:extLst>
            </p:cNvPr>
            <p:cNvSpPr txBox="1"/>
            <p:nvPr/>
          </p:nvSpPr>
          <p:spPr>
            <a:xfrm>
              <a:off x="1395224" y="1724245"/>
              <a:ext cx="12453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>
                  <a:solidFill>
                    <a:schemeClr val="bg1"/>
                  </a:solidFill>
                </a:rPr>
                <a:t>Categories, Concepts Legend</a:t>
              </a:r>
            </a:p>
          </p:txBody>
        </p:sp>
        <p:sp>
          <p:nvSpPr>
            <p:cNvPr id="164" name="Flowchart: Data 163">
              <a:extLst>
                <a:ext uri="{FF2B5EF4-FFF2-40B4-BE49-F238E27FC236}">
                  <a16:creationId xmlns:a16="http://schemas.microsoft.com/office/drawing/2014/main" id="{D22B5F16-512E-9575-33E3-9D3749E2E31B}"/>
                </a:ext>
              </a:extLst>
            </p:cNvPr>
            <p:cNvSpPr/>
            <p:nvPr/>
          </p:nvSpPr>
          <p:spPr>
            <a:xfrm>
              <a:off x="1484469" y="314441"/>
              <a:ext cx="1073813" cy="286659"/>
            </a:xfrm>
            <a:prstGeom prst="flowChartInputOutpu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sng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White Bold</a:t>
              </a:r>
              <a:endParaRPr kumimoji="0" lang="en-US" sz="2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DA478180-7A1B-2CA2-510D-E07D6B33E2C8}"/>
                </a:ext>
              </a:extLst>
            </p:cNvPr>
            <p:cNvSpPr/>
            <p:nvPr/>
          </p:nvSpPr>
          <p:spPr>
            <a:xfrm>
              <a:off x="1417083" y="1267783"/>
              <a:ext cx="1176394" cy="497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D351824F-99FD-0985-E9BA-C5B39B925194}"/>
                </a:ext>
              </a:extLst>
            </p:cNvPr>
            <p:cNvSpPr txBox="1"/>
            <p:nvPr/>
          </p:nvSpPr>
          <p:spPr>
            <a:xfrm>
              <a:off x="1359219" y="120561"/>
              <a:ext cx="116076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/>
                <a:t>Upper Levels/Categories </a:t>
              </a:r>
            </a:p>
          </p:txBody>
        </p:sp>
        <p:sp>
          <p:nvSpPr>
            <p:cNvPr id="168" name="Pentagon 167">
              <a:extLst>
                <a:ext uri="{FF2B5EF4-FFF2-40B4-BE49-F238E27FC236}">
                  <a16:creationId xmlns:a16="http://schemas.microsoft.com/office/drawing/2014/main" id="{745CCB8F-65A3-0BDA-9D52-2473C33571A9}"/>
                </a:ext>
              </a:extLst>
            </p:cNvPr>
            <p:cNvSpPr/>
            <p:nvPr/>
          </p:nvSpPr>
          <p:spPr>
            <a:xfrm>
              <a:off x="1648681" y="616615"/>
              <a:ext cx="657989" cy="362585"/>
            </a:xfrm>
            <a:prstGeom prst="pentagon">
              <a:avLst/>
            </a:prstGeom>
            <a:solidFill>
              <a:srgbClr val="51838D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00" b="1" u="sng">
                  <a:solidFill>
                    <a:schemeClr val="bg1"/>
                  </a:solidFill>
                  <a:latin typeface="Calibri" panose="020F0502020204030204"/>
                </a:rPr>
                <a:t>Attribute and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00" b="1" u="sng">
                  <a:solidFill>
                    <a:schemeClr val="bg1"/>
                  </a:solidFill>
                  <a:latin typeface="Calibri" panose="020F0502020204030204"/>
                </a:rPr>
                <a:t>Property Classes</a:t>
              </a: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61F7A6D4-4C17-9689-07FB-2D7B6C0F0ADE}"/>
                </a:ext>
              </a:extLst>
            </p:cNvPr>
            <p:cNvSpPr/>
            <p:nvPr/>
          </p:nvSpPr>
          <p:spPr>
            <a:xfrm>
              <a:off x="1564743" y="1015012"/>
              <a:ext cx="830619" cy="192835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u="sng">
                  <a:solidFill>
                    <a:schemeClr val="bg1"/>
                  </a:solidFill>
                  <a:latin typeface="Calibri" panose="020F0502020204030204"/>
                </a:rPr>
                <a:t>White Bold</a:t>
              </a:r>
              <a:endParaRPr kumimoji="0" lang="en-US" sz="700" b="0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46D691B2-4DF6-FC0F-2534-901518179D24}"/>
                </a:ext>
              </a:extLst>
            </p:cNvPr>
            <p:cNvSpPr txBox="1"/>
            <p:nvPr/>
          </p:nvSpPr>
          <p:spPr>
            <a:xfrm>
              <a:off x="1374764" y="1238494"/>
              <a:ext cx="116076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/>
                <a:t>Lower Levels/Classes </a:t>
              </a:r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52EE94D4-99FC-BA9A-75F4-77E560BFF042}"/>
                </a:ext>
              </a:extLst>
            </p:cNvPr>
            <p:cNvSpPr/>
            <p:nvPr/>
          </p:nvSpPr>
          <p:spPr>
            <a:xfrm>
              <a:off x="1490062" y="1386708"/>
              <a:ext cx="954193" cy="189068"/>
            </a:xfrm>
            <a:prstGeom prst="ellipse">
              <a:avLst/>
            </a:prstGeom>
            <a:solidFill>
              <a:srgbClr val="767171"/>
            </a:solidFill>
            <a:ln w="3175">
              <a:solidFill>
                <a:srgbClr val="7671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Black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AD658DC6-9244-61EE-A528-987EE84FB7A9}"/>
                </a:ext>
              </a:extLst>
            </p:cNvPr>
            <p:cNvSpPr/>
            <p:nvPr/>
          </p:nvSpPr>
          <p:spPr>
            <a:xfrm>
              <a:off x="1508761" y="1560761"/>
              <a:ext cx="954193" cy="189068"/>
            </a:xfrm>
            <a:prstGeom prst="ellipse">
              <a:avLst/>
            </a:prstGeom>
            <a:solidFill>
              <a:srgbClr val="D0CECE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i="1">
                  <a:solidFill>
                    <a:prstClr val="black"/>
                  </a:solidFill>
                  <a:latin typeface="Calibri" panose="020F0502020204030204"/>
                </a:rPr>
                <a:t>Black Italics</a:t>
              </a:r>
              <a:endPara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22D2495D-EF82-07AF-B8BA-837AC2C11F56}"/>
              </a:ext>
            </a:extLst>
          </p:cNvPr>
          <p:cNvSpPr txBox="1"/>
          <p:nvPr/>
        </p:nvSpPr>
        <p:spPr>
          <a:xfrm>
            <a:off x="7712800" y="3103579"/>
            <a:ext cx="402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uses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A54036EB-75DE-AC90-BE84-E1BA90E1D8E6}"/>
              </a:ext>
            </a:extLst>
          </p:cNvPr>
          <p:cNvSpPr txBox="1"/>
          <p:nvPr/>
        </p:nvSpPr>
        <p:spPr>
          <a:xfrm flipH="1">
            <a:off x="7825876" y="4611322"/>
            <a:ext cx="5541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C03EB207-BE06-3BC4-FA2E-972B9CA4C92F}"/>
              </a:ext>
            </a:extLst>
          </p:cNvPr>
          <p:cNvGrpSpPr/>
          <p:nvPr/>
        </p:nvGrpSpPr>
        <p:grpSpPr>
          <a:xfrm>
            <a:off x="6305955" y="4464992"/>
            <a:ext cx="798430" cy="259832"/>
            <a:chOff x="6395481" y="4466587"/>
            <a:chExt cx="798430" cy="259832"/>
          </a:xfrm>
        </p:grpSpPr>
        <p:sp>
          <p:nvSpPr>
            <p:cNvPr id="266" name="Rectangle: Rounded Corners 265">
              <a:extLst>
                <a:ext uri="{FF2B5EF4-FFF2-40B4-BE49-F238E27FC236}">
                  <a16:creationId xmlns:a16="http://schemas.microsoft.com/office/drawing/2014/main" id="{AFEFC675-0211-70BE-6554-B5C902B106E7}"/>
                </a:ext>
              </a:extLst>
            </p:cNvPr>
            <p:cNvSpPr/>
            <p:nvPr/>
          </p:nvSpPr>
          <p:spPr>
            <a:xfrm>
              <a:off x="6395481" y="4466587"/>
              <a:ext cx="798430" cy="254509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Person</a:t>
              </a: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5983561F-5D16-39DF-CA86-A4E62D6EE8B0}"/>
                </a:ext>
              </a:extLst>
            </p:cNvPr>
            <p:cNvSpPr/>
            <p:nvPr/>
          </p:nvSpPr>
          <p:spPr>
            <a:xfrm>
              <a:off x="7061251" y="4643930"/>
              <a:ext cx="130915" cy="824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A931B78E-897D-EC74-CE47-AA76533BA656}"/>
              </a:ext>
            </a:extLst>
          </p:cNvPr>
          <p:cNvGrpSpPr/>
          <p:nvPr/>
        </p:nvGrpSpPr>
        <p:grpSpPr>
          <a:xfrm>
            <a:off x="8783871" y="4407198"/>
            <a:ext cx="883966" cy="457033"/>
            <a:chOff x="8323268" y="4407198"/>
            <a:chExt cx="883966" cy="457033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620FAFC3-DE3C-869C-13D6-52FCC5A5A9A6}"/>
                </a:ext>
              </a:extLst>
            </p:cNvPr>
            <p:cNvGrpSpPr/>
            <p:nvPr/>
          </p:nvGrpSpPr>
          <p:grpSpPr>
            <a:xfrm>
              <a:off x="8323268" y="4407198"/>
              <a:ext cx="883966" cy="457033"/>
              <a:chOff x="8323268" y="4407198"/>
              <a:chExt cx="883966" cy="457033"/>
            </a:xfrm>
          </p:grpSpPr>
          <p:grpSp>
            <p:nvGrpSpPr>
              <p:cNvPr id="580" name="Group 579">
                <a:extLst>
                  <a:ext uri="{FF2B5EF4-FFF2-40B4-BE49-F238E27FC236}">
                    <a16:creationId xmlns:a16="http://schemas.microsoft.com/office/drawing/2014/main" id="{39A54CAC-BB1B-F90B-12E5-CFDE3BA28230}"/>
                  </a:ext>
                </a:extLst>
              </p:cNvPr>
              <p:cNvGrpSpPr/>
              <p:nvPr/>
            </p:nvGrpSpPr>
            <p:grpSpPr>
              <a:xfrm>
                <a:off x="8323268" y="4407198"/>
                <a:ext cx="883966" cy="457033"/>
                <a:chOff x="8310285" y="4576977"/>
                <a:chExt cx="883966" cy="457033"/>
              </a:xfrm>
            </p:grpSpPr>
            <p:grpSp>
              <p:nvGrpSpPr>
                <p:cNvPr id="577" name="Group 576">
                  <a:extLst>
                    <a:ext uri="{FF2B5EF4-FFF2-40B4-BE49-F238E27FC236}">
                      <a16:creationId xmlns:a16="http://schemas.microsoft.com/office/drawing/2014/main" id="{98456797-5645-4EE1-EA25-C364B71DBF78}"/>
                    </a:ext>
                  </a:extLst>
                </p:cNvPr>
                <p:cNvGrpSpPr/>
                <p:nvPr/>
              </p:nvGrpSpPr>
              <p:grpSpPr>
                <a:xfrm>
                  <a:off x="8310285" y="4576977"/>
                  <a:ext cx="883966" cy="457033"/>
                  <a:chOff x="8310285" y="4576977"/>
                  <a:chExt cx="883966" cy="457033"/>
                </a:xfrm>
              </p:grpSpPr>
              <p:grpSp>
                <p:nvGrpSpPr>
                  <p:cNvPr id="574" name="Group 573">
                    <a:extLst>
                      <a:ext uri="{FF2B5EF4-FFF2-40B4-BE49-F238E27FC236}">
                        <a16:creationId xmlns:a16="http://schemas.microsoft.com/office/drawing/2014/main" id="{BD4BEB2C-58B4-1C46-8840-5538B75EA6C8}"/>
                      </a:ext>
                    </a:extLst>
                  </p:cNvPr>
                  <p:cNvGrpSpPr/>
                  <p:nvPr/>
                </p:nvGrpSpPr>
                <p:grpSpPr>
                  <a:xfrm>
                    <a:off x="8310285" y="4576977"/>
                    <a:ext cx="883966" cy="457033"/>
                    <a:chOff x="8310285" y="4576977"/>
                    <a:chExt cx="883966" cy="457033"/>
                  </a:xfrm>
                </p:grpSpPr>
                <p:sp>
                  <p:nvSpPr>
                    <p:cNvPr id="265" name="Pentagon 264">
                      <a:extLst>
                        <a:ext uri="{FF2B5EF4-FFF2-40B4-BE49-F238E27FC236}">
                          <a16:creationId xmlns:a16="http://schemas.microsoft.com/office/drawing/2014/main" id="{71B6D66E-2A6F-FB08-0A1C-AE07F6982D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10285" y="4576977"/>
                      <a:ext cx="883966" cy="457033"/>
                    </a:xfrm>
                    <a:prstGeom prst="pentagon">
                      <a:avLst/>
                    </a:prstGeom>
                    <a:solidFill>
                      <a:srgbClr val="7030A0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Person Factors</a:t>
                      </a:r>
                    </a:p>
                  </p:txBody>
                </p:sp>
                <p:sp>
                  <p:nvSpPr>
                    <p:cNvPr id="569" name="Oval 568">
                      <a:extLst>
                        <a:ext uri="{FF2B5EF4-FFF2-40B4-BE49-F238E27FC236}">
                          <a16:creationId xmlns:a16="http://schemas.microsoft.com/office/drawing/2014/main" id="{8E351EFF-79FA-FE28-D1FC-041C0C7A9D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9890" y="4646985"/>
                      <a:ext cx="89315" cy="100933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575" name="Rectangle 574">
                    <a:extLst>
                      <a:ext uri="{FF2B5EF4-FFF2-40B4-BE49-F238E27FC236}">
                        <a16:creationId xmlns:a16="http://schemas.microsoft.com/office/drawing/2014/main" id="{402392B1-C2EE-9798-A3C4-48932E3E64FC}"/>
                      </a:ext>
                    </a:extLst>
                  </p:cNvPr>
                  <p:cNvSpPr/>
                  <p:nvPr/>
                </p:nvSpPr>
                <p:spPr>
                  <a:xfrm>
                    <a:off x="9126995" y="4747828"/>
                    <a:ext cx="67053" cy="1450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578" name="Oval 577">
                  <a:extLst>
                    <a:ext uri="{FF2B5EF4-FFF2-40B4-BE49-F238E27FC236}">
                      <a16:creationId xmlns:a16="http://schemas.microsoft.com/office/drawing/2014/main" id="{2CD6DB43-FC7C-4E4A-35FE-09FF242BB882}"/>
                    </a:ext>
                  </a:extLst>
                </p:cNvPr>
                <p:cNvSpPr/>
                <p:nvPr/>
              </p:nvSpPr>
              <p:spPr>
                <a:xfrm>
                  <a:off x="8363002" y="4809483"/>
                  <a:ext cx="103329" cy="8338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B7342E2A-D772-B3BA-7210-E614795D72B7}"/>
                  </a:ext>
                </a:extLst>
              </p:cNvPr>
              <p:cNvSpPr/>
              <p:nvPr/>
            </p:nvSpPr>
            <p:spPr>
              <a:xfrm>
                <a:off x="8523708" y="4488688"/>
                <a:ext cx="100943" cy="84097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EA1472BA-BF2C-1074-137C-5D96A8429C54}"/>
                </a:ext>
              </a:extLst>
            </p:cNvPr>
            <p:cNvSpPr/>
            <p:nvPr/>
          </p:nvSpPr>
          <p:spPr>
            <a:xfrm>
              <a:off x="8380238" y="4637689"/>
              <a:ext cx="130915" cy="824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3C3CB84A-1BE4-F610-D3EA-3AA6998C13F7}"/>
              </a:ext>
            </a:extLst>
          </p:cNvPr>
          <p:cNvGrpSpPr/>
          <p:nvPr/>
        </p:nvGrpSpPr>
        <p:grpSpPr>
          <a:xfrm>
            <a:off x="7320519" y="5400229"/>
            <a:ext cx="883104" cy="338555"/>
            <a:chOff x="6654284" y="5259238"/>
            <a:chExt cx="883104" cy="338555"/>
          </a:xfrm>
        </p:grpSpPr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8A3AAD1F-2758-F665-680B-57FE23E58D47}"/>
                </a:ext>
              </a:extLst>
            </p:cNvPr>
            <p:cNvSpPr/>
            <p:nvPr/>
          </p:nvSpPr>
          <p:spPr>
            <a:xfrm>
              <a:off x="6654284" y="5259238"/>
              <a:ext cx="883104" cy="338555"/>
            </a:xfrm>
            <a:prstGeom prst="ellipse">
              <a:avLst/>
            </a:prstGeom>
            <a:solidFill>
              <a:srgbClr val="AA72D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Mental Functions</a:t>
              </a: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8EC092D6-9423-F9C0-4523-3ABD36C4CFC8}"/>
                </a:ext>
              </a:extLst>
            </p:cNvPr>
            <p:cNvSpPr/>
            <p:nvPr/>
          </p:nvSpPr>
          <p:spPr>
            <a:xfrm>
              <a:off x="7198314" y="5532052"/>
              <a:ext cx="80892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0" name="TextBox 219">
            <a:extLst>
              <a:ext uri="{FF2B5EF4-FFF2-40B4-BE49-F238E27FC236}">
                <a16:creationId xmlns:a16="http://schemas.microsoft.com/office/drawing/2014/main" id="{620B43DC-E179-BE79-3519-839515775880}"/>
              </a:ext>
            </a:extLst>
          </p:cNvPr>
          <p:cNvSpPr txBox="1"/>
          <p:nvPr/>
        </p:nvSpPr>
        <p:spPr>
          <a:xfrm flipH="1">
            <a:off x="10131774" y="5239629"/>
            <a:ext cx="4238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">
                <a:solidFill>
                  <a:prstClr val="black"/>
                </a:solidFill>
                <a:latin typeface="Calibri" panose="020F0502020204030204"/>
              </a:rPr>
              <a:t>Is_a &amp;</a:t>
            </a:r>
            <a:br>
              <a:rPr lang="en-US" sz="400">
                <a:solidFill>
                  <a:prstClr val="black"/>
                </a:solidFill>
                <a:latin typeface="Calibri" panose="020F0502020204030204"/>
              </a:rPr>
            </a:br>
            <a:r>
              <a:rPr lang="en-US" sz="400">
                <a:solidFill>
                  <a:prstClr val="black"/>
                </a:solidFill>
                <a:latin typeface="Calibri" panose="020F0502020204030204"/>
              </a:rPr>
              <a:t>part_of</a:t>
            </a: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7D7656AD-EF02-2DE4-B2B2-CDE6AADA7236}"/>
              </a:ext>
            </a:extLst>
          </p:cNvPr>
          <p:cNvCxnSpPr>
            <a:cxnSpLocks/>
            <a:stCxn id="313" idx="6"/>
            <a:endCxn id="311" idx="2"/>
          </p:cNvCxnSpPr>
          <p:nvPr/>
        </p:nvCxnSpPr>
        <p:spPr>
          <a:xfrm>
            <a:off x="8203623" y="5569507"/>
            <a:ext cx="604307" cy="4990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TextBox 235">
            <a:extLst>
              <a:ext uri="{FF2B5EF4-FFF2-40B4-BE49-F238E27FC236}">
                <a16:creationId xmlns:a16="http://schemas.microsoft.com/office/drawing/2014/main" id="{A85A7DD9-C059-C8E6-1406-D7BB5340BCD6}"/>
              </a:ext>
            </a:extLst>
          </p:cNvPr>
          <p:cNvSpPr txBox="1"/>
          <p:nvPr/>
        </p:nvSpPr>
        <p:spPr>
          <a:xfrm flipH="1">
            <a:off x="8318560" y="5321554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 &amp;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107AF8A7-536D-0101-6190-3EE21C889987}"/>
              </a:ext>
            </a:extLst>
          </p:cNvPr>
          <p:cNvSpPr/>
          <p:nvPr/>
        </p:nvSpPr>
        <p:spPr>
          <a:xfrm>
            <a:off x="6117833" y="4948862"/>
            <a:ext cx="892854" cy="349372"/>
          </a:xfrm>
          <a:prstGeom prst="pentagon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Mental Activity Limitations</a:t>
            </a: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5157D7BB-904A-B850-3329-493B073B32D0}"/>
              </a:ext>
            </a:extLst>
          </p:cNvPr>
          <p:cNvSpPr/>
          <p:nvPr/>
        </p:nvSpPr>
        <p:spPr>
          <a:xfrm>
            <a:off x="7197811" y="4828357"/>
            <a:ext cx="1182235" cy="337215"/>
          </a:xfrm>
          <a:prstGeom prst="pentagon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u="sng">
                <a:solidFill>
                  <a:schemeClr val="bg1"/>
                </a:solidFill>
                <a:latin typeface="Calibri" panose="020F0502020204030204"/>
              </a:rPr>
              <a:t>Impairments</a:t>
            </a: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EA3113-2B7F-44E1-BEB8-A716AA933E8B}"/>
              </a:ext>
            </a:extLst>
          </p:cNvPr>
          <p:cNvSpPr txBox="1"/>
          <p:nvPr/>
        </p:nvSpPr>
        <p:spPr>
          <a:xfrm>
            <a:off x="6246345" y="4739228"/>
            <a:ext cx="7090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influence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D677222-98EE-A02A-CB9E-B5168054FB80}"/>
              </a:ext>
            </a:extLst>
          </p:cNvPr>
          <p:cNvCxnSpPr>
            <a:cxnSpLocks/>
            <a:stCxn id="227" idx="6"/>
            <a:endCxn id="226" idx="2"/>
          </p:cNvCxnSpPr>
          <p:nvPr/>
        </p:nvCxnSpPr>
        <p:spPr>
          <a:xfrm>
            <a:off x="3679963" y="1940325"/>
            <a:ext cx="477956" cy="366209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468706B-99CE-E83D-53E7-ACC0DE7D8A18}"/>
              </a:ext>
            </a:extLst>
          </p:cNvPr>
          <p:cNvSpPr txBox="1"/>
          <p:nvPr/>
        </p:nvSpPr>
        <p:spPr>
          <a:xfrm flipH="1">
            <a:off x="3596895" y="2107016"/>
            <a:ext cx="423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A95BAE3-FF45-2271-3821-8330B1AB66A4}"/>
              </a:ext>
            </a:extLst>
          </p:cNvPr>
          <p:cNvCxnSpPr>
            <a:cxnSpLocks/>
            <a:stCxn id="228" idx="6"/>
            <a:endCxn id="226" idx="2"/>
          </p:cNvCxnSpPr>
          <p:nvPr/>
        </p:nvCxnSpPr>
        <p:spPr>
          <a:xfrm flipV="1">
            <a:off x="3679963" y="2306534"/>
            <a:ext cx="477956" cy="336050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E3B8FA-3999-F0A9-2F87-A38FE545E2C3}"/>
              </a:ext>
            </a:extLst>
          </p:cNvPr>
          <p:cNvSpPr txBox="1"/>
          <p:nvPr/>
        </p:nvSpPr>
        <p:spPr>
          <a:xfrm flipH="1">
            <a:off x="10260951" y="560852"/>
            <a:ext cx="424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 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56E762-3A7C-5983-D856-447639985494}"/>
              </a:ext>
            </a:extLst>
          </p:cNvPr>
          <p:cNvSpPr txBox="1"/>
          <p:nvPr/>
        </p:nvSpPr>
        <p:spPr>
          <a:xfrm rot="19194821">
            <a:off x="9592844" y="5140038"/>
            <a:ext cx="6382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nfluence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B05EF1-1F91-0CF3-D09B-0B984EF22A53}"/>
              </a:ext>
            </a:extLst>
          </p:cNvPr>
          <p:cNvCxnSpPr>
            <a:cxnSpLocks/>
            <a:stCxn id="287" idx="5"/>
            <a:endCxn id="285" idx="0"/>
          </p:cNvCxnSpPr>
          <p:nvPr/>
        </p:nvCxnSpPr>
        <p:spPr>
          <a:xfrm>
            <a:off x="10172666" y="658674"/>
            <a:ext cx="310651" cy="276501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EB2DD7-9B7F-E94D-6880-D153FAD376FB}"/>
              </a:ext>
            </a:extLst>
          </p:cNvPr>
          <p:cNvCxnSpPr>
            <a:cxnSpLocks/>
            <a:stCxn id="286" idx="3"/>
            <a:endCxn id="285" idx="0"/>
          </p:cNvCxnSpPr>
          <p:nvPr/>
        </p:nvCxnSpPr>
        <p:spPr>
          <a:xfrm flipH="1">
            <a:off x="10483317" y="675039"/>
            <a:ext cx="405235" cy="260136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287B9A-87D4-6DA4-7B02-E27839DC142E}"/>
              </a:ext>
            </a:extLst>
          </p:cNvPr>
          <p:cNvSpPr txBox="1"/>
          <p:nvPr/>
        </p:nvSpPr>
        <p:spPr>
          <a:xfrm flipH="1">
            <a:off x="10998796" y="2173049"/>
            <a:ext cx="424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s_a 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5FDD475-7E70-990A-FF1A-856C8D12C01F}"/>
              </a:ext>
            </a:extLst>
          </p:cNvPr>
          <p:cNvCxnSpPr>
            <a:cxnSpLocks/>
            <a:stCxn id="282" idx="1"/>
            <a:endCxn id="281" idx="5"/>
          </p:cNvCxnSpPr>
          <p:nvPr/>
        </p:nvCxnSpPr>
        <p:spPr>
          <a:xfrm flipH="1" flipV="1">
            <a:off x="11012872" y="2312038"/>
            <a:ext cx="65038" cy="314204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8365867-9188-633B-97D7-F94444C02D1D}"/>
              </a:ext>
            </a:extLst>
          </p:cNvPr>
          <p:cNvCxnSpPr>
            <a:cxnSpLocks/>
            <a:stCxn id="283" idx="2"/>
            <a:endCxn id="281" idx="5"/>
          </p:cNvCxnSpPr>
          <p:nvPr/>
        </p:nvCxnSpPr>
        <p:spPr>
          <a:xfrm flipH="1">
            <a:off x="11012872" y="2096734"/>
            <a:ext cx="189045" cy="215304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7643D9E-2772-46A6-4807-EA7B50243EDB}"/>
              </a:ext>
            </a:extLst>
          </p:cNvPr>
          <p:cNvCxnSpPr>
            <a:cxnSpLocks/>
            <a:stCxn id="12" idx="1"/>
            <a:endCxn id="2" idx="0"/>
          </p:cNvCxnSpPr>
          <p:nvPr/>
        </p:nvCxnSpPr>
        <p:spPr>
          <a:xfrm flipH="1" flipV="1">
            <a:off x="6564260" y="4948862"/>
            <a:ext cx="633552" cy="8299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33BD0EA-E994-DD3D-3D7A-FEC5EE846439}"/>
              </a:ext>
            </a:extLst>
          </p:cNvPr>
          <p:cNvCxnSpPr>
            <a:cxnSpLocks/>
            <a:stCxn id="312" idx="2"/>
            <a:endCxn id="12" idx="5"/>
          </p:cNvCxnSpPr>
          <p:nvPr/>
        </p:nvCxnSpPr>
        <p:spPr>
          <a:xfrm flipH="1" flipV="1">
            <a:off x="8380045" y="4957161"/>
            <a:ext cx="1696467" cy="7872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D7947C8-59A0-23BF-CA02-1C1F677767A8}"/>
              </a:ext>
            </a:extLst>
          </p:cNvPr>
          <p:cNvCxnSpPr>
            <a:cxnSpLocks/>
            <a:stCxn id="311" idx="1"/>
            <a:endCxn id="12" idx="5"/>
          </p:cNvCxnSpPr>
          <p:nvPr/>
        </p:nvCxnSpPr>
        <p:spPr>
          <a:xfrm flipH="1" flipV="1">
            <a:off x="8380045" y="4957161"/>
            <a:ext cx="552990" cy="475081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TextBox 449">
            <a:extLst>
              <a:ext uri="{FF2B5EF4-FFF2-40B4-BE49-F238E27FC236}">
                <a16:creationId xmlns:a16="http://schemas.microsoft.com/office/drawing/2014/main" id="{134A8625-26C8-B5C2-9410-952DDACDEC33}"/>
              </a:ext>
            </a:extLst>
          </p:cNvPr>
          <p:cNvSpPr txBox="1"/>
          <p:nvPr/>
        </p:nvSpPr>
        <p:spPr>
          <a:xfrm>
            <a:off x="8392854" y="4794731"/>
            <a:ext cx="6382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nfluence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F587ADC2-BC37-11F2-D180-156DAD549395}"/>
              </a:ext>
            </a:extLst>
          </p:cNvPr>
          <p:cNvSpPr txBox="1"/>
          <p:nvPr/>
        </p:nvSpPr>
        <p:spPr>
          <a:xfrm>
            <a:off x="7920640" y="5876473"/>
            <a:ext cx="402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uses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307D9ED3-6612-8068-C57A-D871F0DF6B4C}"/>
              </a:ext>
            </a:extLst>
          </p:cNvPr>
          <p:cNvSpPr/>
          <p:nvPr/>
        </p:nvSpPr>
        <p:spPr>
          <a:xfrm>
            <a:off x="9470665" y="4730045"/>
            <a:ext cx="66349" cy="96604"/>
          </a:xfrm>
          <a:prstGeom prst="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64961CD8-8CA8-D071-0268-27FD5E296974}"/>
              </a:ext>
            </a:extLst>
          </p:cNvPr>
          <p:cNvGrpSpPr/>
          <p:nvPr/>
        </p:nvGrpSpPr>
        <p:grpSpPr>
          <a:xfrm>
            <a:off x="9537014" y="4778347"/>
            <a:ext cx="1484745" cy="1365785"/>
            <a:chOff x="9537014" y="4778347"/>
            <a:chExt cx="1484745" cy="1365785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1F756DA1-9657-E9A7-A29C-327091F822E9}"/>
                </a:ext>
              </a:extLst>
            </p:cNvPr>
            <p:cNvSpPr txBox="1"/>
            <p:nvPr/>
          </p:nvSpPr>
          <p:spPr>
            <a:xfrm rot="16200000" flipH="1">
              <a:off x="10642064" y="5764438"/>
              <a:ext cx="57472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00">
                  <a:solidFill>
                    <a:prstClr val="black"/>
                  </a:solidFill>
                  <a:latin typeface="Calibri" panose="020F0502020204030204"/>
                </a:rPr>
                <a:t>integrates</a:t>
              </a: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84" name="Connector: Elbow 483">
              <a:extLst>
                <a:ext uri="{FF2B5EF4-FFF2-40B4-BE49-F238E27FC236}">
                  <a16:creationId xmlns:a16="http://schemas.microsoft.com/office/drawing/2014/main" id="{94EE6714-83A6-A583-56D2-1913674A83B0}"/>
                </a:ext>
              </a:extLst>
            </p:cNvPr>
            <p:cNvCxnSpPr>
              <a:cxnSpLocks/>
              <a:stCxn id="317" idx="6"/>
              <a:endCxn id="479" idx="3"/>
            </p:cNvCxnSpPr>
            <p:nvPr/>
          </p:nvCxnSpPr>
          <p:spPr>
            <a:xfrm flipH="1" flipV="1">
              <a:off x="9537014" y="4778347"/>
              <a:ext cx="1235424" cy="1350268"/>
            </a:xfrm>
            <a:prstGeom prst="bentConnector3">
              <a:avLst>
                <a:gd name="adj1" fmla="val -18504"/>
              </a:avLst>
            </a:prstGeom>
            <a:ln w="19050">
              <a:solidFill>
                <a:srgbClr val="7030A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B5746AC0-E26C-687D-4CBE-ACCB309B20A6}"/>
              </a:ext>
            </a:extLst>
          </p:cNvPr>
          <p:cNvGrpSpPr/>
          <p:nvPr/>
        </p:nvGrpSpPr>
        <p:grpSpPr>
          <a:xfrm>
            <a:off x="2651426" y="69886"/>
            <a:ext cx="6571613" cy="587412"/>
            <a:chOff x="2651426" y="69886"/>
            <a:chExt cx="6571613" cy="587412"/>
          </a:xfrm>
        </p:grpSpPr>
        <p:sp>
          <p:nvSpPr>
            <p:cNvPr id="11" name="Rectangle 54">
              <a:extLst>
                <a:ext uri="{FF2B5EF4-FFF2-40B4-BE49-F238E27FC236}">
                  <a16:creationId xmlns:a16="http://schemas.microsoft.com/office/drawing/2014/main" id="{1FAF055E-AA87-7668-1850-EFB584E0B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1426" y="69886"/>
              <a:ext cx="6571613" cy="58741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220184" tIns="110091" rIns="220184" bIns="110091"/>
            <a:lstStyle/>
            <a:p>
              <a:pPr algn="r">
                <a:defRPr/>
              </a:pPr>
              <a:r>
                <a:rPr lang="en-US" altLang="fr-FR" sz="1050" baseline="0"/>
                <a:t>Guy Divita, Maryanne Sacco,  Kathleen Coale, Rebecca Parks</a:t>
              </a:r>
              <a:r>
                <a:rPr lang="en-US" altLang="fr-FR" sz="1050" baseline="30000"/>
                <a:t> </a:t>
              </a:r>
              <a:r>
                <a:rPr lang="en-US" altLang="fr-FR" sz="1050" baseline="0"/>
                <a:t>and Elizabeth Rasch</a:t>
              </a:r>
            </a:p>
            <a:p>
              <a:pPr algn="r">
                <a:defRPr/>
              </a:pPr>
              <a:r>
                <a:rPr lang="en-US" altLang="fr-FR" sz="900" baseline="0"/>
                <a:t>Rehabilitation Medicine Department, National Institutes of Health, Bethesda, MD USA</a:t>
              </a:r>
            </a:p>
            <a:p>
              <a:pPr algn="r">
                <a:defRPr/>
              </a:pPr>
              <a:r>
                <a:rPr lang="en-US" altLang="fr-FR" sz="900" baseline="0"/>
                <a:t>2024-11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B3B6C65-B88F-FDBC-57B8-F892FF9852E7}"/>
                </a:ext>
              </a:extLst>
            </p:cNvPr>
            <p:cNvGrpSpPr/>
            <p:nvPr/>
          </p:nvGrpSpPr>
          <p:grpSpPr>
            <a:xfrm>
              <a:off x="2718504" y="99665"/>
              <a:ext cx="1705482" cy="511466"/>
              <a:chOff x="2233458" y="-928338"/>
              <a:chExt cx="1640817" cy="49696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8655981-BF4E-4D7A-AF94-8E534076867B}"/>
                  </a:ext>
                </a:extLst>
              </p:cNvPr>
              <p:cNvSpPr/>
              <p:nvPr/>
            </p:nvSpPr>
            <p:spPr bwMode="auto">
              <a:xfrm rot="15680">
                <a:off x="2233458" y="-928338"/>
                <a:ext cx="1640817" cy="496968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pic>
            <p:nvPicPr>
              <p:cNvPr id="9" name="Picture 4">
                <a:extLst>
                  <a:ext uri="{FF2B5EF4-FFF2-40B4-BE49-F238E27FC236}">
                    <a16:creationId xmlns:a16="http://schemas.microsoft.com/office/drawing/2014/main" id="{02D6F1F0-6AE4-3148-B5D7-CD1301FAF9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210">
                <a:off x="2431196" y="-827685"/>
                <a:ext cx="1352978" cy="2169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6A33797-CFD6-1011-63E4-2EB61B7F890D}"/>
              </a:ext>
            </a:extLst>
          </p:cNvPr>
          <p:cNvSpPr/>
          <p:nvPr/>
        </p:nvSpPr>
        <p:spPr>
          <a:xfrm>
            <a:off x="4150720" y="4470915"/>
            <a:ext cx="1038110" cy="341062"/>
          </a:xfrm>
          <a:prstGeom prst="roundRect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Observed Functioning </a:t>
            </a:r>
            <a:r>
              <a:rPr lang="en-US" sz="800" b="1" u="sng">
                <a:solidFill>
                  <a:prstClr val="white"/>
                </a:solidFill>
                <a:latin typeface="Calibri" panose="020F0502020204030204"/>
              </a:rPr>
              <a:t>Performance</a:t>
            </a:r>
            <a:endParaRPr kumimoji="0" lang="en-US" sz="8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Pentagon 33">
            <a:extLst>
              <a:ext uri="{FF2B5EF4-FFF2-40B4-BE49-F238E27FC236}">
                <a16:creationId xmlns:a16="http://schemas.microsoft.com/office/drawing/2014/main" id="{A7FBAD32-5CE8-9579-B5D1-C289038B9650}"/>
              </a:ext>
            </a:extLst>
          </p:cNvPr>
          <p:cNvSpPr/>
          <p:nvPr/>
        </p:nvSpPr>
        <p:spPr>
          <a:xfrm>
            <a:off x="4134573" y="5489292"/>
            <a:ext cx="1080248" cy="445284"/>
          </a:xfrm>
          <a:prstGeom prst="pentagon">
            <a:avLst/>
          </a:prstGeom>
          <a:solidFill>
            <a:srgbClr val="385B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D76076-4B3C-4675-95A5-B53A5FB2292D}"/>
              </a:ext>
            </a:extLst>
          </p:cNvPr>
          <p:cNvSpPr txBox="1"/>
          <p:nvPr/>
        </p:nvSpPr>
        <p:spPr>
          <a:xfrm>
            <a:off x="4608380" y="5056335"/>
            <a:ext cx="535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modifier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58E1445-00EE-EAB5-A4B0-D07EE5AC0D74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>
            <a:off x="4669775" y="4811977"/>
            <a:ext cx="4922" cy="677315"/>
          </a:xfrm>
          <a:prstGeom prst="straightConnector1">
            <a:avLst/>
          </a:prstGeom>
          <a:ln w="38100" cmpd="dbl">
            <a:solidFill>
              <a:schemeClr val="accent2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9F51B24-C4BC-2B7F-B142-A5737E2678A4}"/>
              </a:ext>
            </a:extLst>
          </p:cNvPr>
          <p:cNvSpPr/>
          <p:nvPr/>
        </p:nvSpPr>
        <p:spPr>
          <a:xfrm>
            <a:off x="6231650" y="4163301"/>
            <a:ext cx="558904" cy="22463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</a:t>
            </a:r>
            <a:endParaRPr kumimoji="0" lang="en-US" sz="700" b="1" i="0" u="sng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1555B4E-DA79-CAD7-F79E-70F224E10518}"/>
              </a:ext>
            </a:extLst>
          </p:cNvPr>
          <p:cNvSpPr/>
          <p:nvPr/>
        </p:nvSpPr>
        <p:spPr>
          <a:xfrm>
            <a:off x="10899702" y="3787222"/>
            <a:ext cx="46514" cy="3730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4" name="Connector: Elbow 523">
            <a:extLst>
              <a:ext uri="{FF2B5EF4-FFF2-40B4-BE49-F238E27FC236}">
                <a16:creationId xmlns:a16="http://schemas.microsoft.com/office/drawing/2014/main" id="{78316368-F958-2FCA-324B-A933BF444BA4}"/>
              </a:ext>
            </a:extLst>
          </p:cNvPr>
          <p:cNvCxnSpPr>
            <a:cxnSpLocks/>
            <a:stCxn id="68" idx="0"/>
            <a:endCxn id="33" idx="3"/>
          </p:cNvCxnSpPr>
          <p:nvPr/>
        </p:nvCxnSpPr>
        <p:spPr>
          <a:xfrm rot="16200000" flipV="1">
            <a:off x="5229214" y="4601063"/>
            <a:ext cx="211251" cy="292018"/>
          </a:xfrm>
          <a:prstGeom prst="bentConnector2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7" name="TextBox 526">
            <a:extLst>
              <a:ext uri="{FF2B5EF4-FFF2-40B4-BE49-F238E27FC236}">
                <a16:creationId xmlns:a16="http://schemas.microsoft.com/office/drawing/2014/main" id="{EFB863A8-C030-C0E7-0CC3-BC75A549A8B7}"/>
              </a:ext>
            </a:extLst>
          </p:cNvPr>
          <p:cNvSpPr txBox="1"/>
          <p:nvPr/>
        </p:nvSpPr>
        <p:spPr>
          <a:xfrm>
            <a:off x="5141916" y="4628763"/>
            <a:ext cx="4355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31" name="Connector: Elbow 530">
            <a:extLst>
              <a:ext uri="{FF2B5EF4-FFF2-40B4-BE49-F238E27FC236}">
                <a16:creationId xmlns:a16="http://schemas.microsoft.com/office/drawing/2014/main" id="{586D0976-9E4B-D18C-1162-5AFDF5684985}"/>
              </a:ext>
            </a:extLst>
          </p:cNvPr>
          <p:cNvCxnSpPr>
            <a:cxnSpLocks/>
            <a:stCxn id="102" idx="0"/>
            <a:endCxn id="33" idx="1"/>
          </p:cNvCxnSpPr>
          <p:nvPr/>
        </p:nvCxnSpPr>
        <p:spPr>
          <a:xfrm rot="5400000" flipH="1" flipV="1">
            <a:off x="3742192" y="4466083"/>
            <a:ext cx="233164" cy="583891"/>
          </a:xfrm>
          <a:prstGeom prst="bentConnector2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5" name="Group 544">
            <a:extLst>
              <a:ext uri="{FF2B5EF4-FFF2-40B4-BE49-F238E27FC236}">
                <a16:creationId xmlns:a16="http://schemas.microsoft.com/office/drawing/2014/main" id="{B0FBFF2B-E577-F498-888D-51A0B892F241}"/>
              </a:ext>
            </a:extLst>
          </p:cNvPr>
          <p:cNvGrpSpPr/>
          <p:nvPr/>
        </p:nvGrpSpPr>
        <p:grpSpPr>
          <a:xfrm>
            <a:off x="4132892" y="6478165"/>
            <a:ext cx="561243" cy="290067"/>
            <a:chOff x="5063631" y="5322799"/>
            <a:chExt cx="561243" cy="290067"/>
          </a:xfrm>
        </p:grpSpPr>
        <p:sp>
          <p:nvSpPr>
            <p:cNvPr id="468" name="Pentagon 467">
              <a:extLst>
                <a:ext uri="{FF2B5EF4-FFF2-40B4-BE49-F238E27FC236}">
                  <a16:creationId xmlns:a16="http://schemas.microsoft.com/office/drawing/2014/main" id="{450A7ABA-DD84-1FCC-58F4-C62AB08EA761}"/>
                </a:ext>
              </a:extLst>
            </p:cNvPr>
            <p:cNvSpPr/>
            <p:nvPr/>
          </p:nvSpPr>
          <p:spPr>
            <a:xfrm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EC727A8C-90B8-94E8-92D4-E5D71E125BBB}"/>
                </a:ext>
              </a:extLst>
            </p:cNvPr>
            <p:cNvSpPr txBox="1"/>
            <p:nvPr/>
          </p:nvSpPr>
          <p:spPr>
            <a:xfrm>
              <a:off x="5063631" y="5388030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>
                  <a:solidFill>
                    <a:schemeClr val="bg1"/>
                  </a:solidFill>
                </a:rPr>
                <a:t>Independence</a:t>
              </a:r>
            </a:p>
          </p:txBody>
        </p: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85D329A0-EAD8-0F36-B7F3-5F8A04799856}"/>
              </a:ext>
            </a:extLst>
          </p:cNvPr>
          <p:cNvGrpSpPr/>
          <p:nvPr/>
        </p:nvGrpSpPr>
        <p:grpSpPr>
          <a:xfrm rot="10800000">
            <a:off x="4894590" y="6133852"/>
            <a:ext cx="587120" cy="290067"/>
            <a:chOff x="4981858" y="5322799"/>
            <a:chExt cx="587120" cy="290067"/>
          </a:xfrm>
        </p:grpSpPr>
        <p:sp>
          <p:nvSpPr>
            <p:cNvPr id="547" name="Pentagon 546">
              <a:extLst>
                <a:ext uri="{FF2B5EF4-FFF2-40B4-BE49-F238E27FC236}">
                  <a16:creationId xmlns:a16="http://schemas.microsoft.com/office/drawing/2014/main" id="{4C8B5976-BEBB-9A82-A0A6-D3CD152E56BC}"/>
                </a:ext>
              </a:extLst>
            </p:cNvPr>
            <p:cNvSpPr/>
            <p:nvPr/>
          </p:nvSpPr>
          <p:spPr>
            <a:xfrm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C2367BCF-5277-C7B6-33C8-271E5320D65F}"/>
                </a:ext>
              </a:extLst>
            </p:cNvPr>
            <p:cNvSpPr txBox="1"/>
            <p:nvPr/>
          </p:nvSpPr>
          <p:spPr>
            <a:xfrm rot="10800000">
              <a:off x="4981858" y="5410579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>
                  <a:solidFill>
                    <a:schemeClr val="bg1"/>
                  </a:solidFill>
                </a:rPr>
                <a:t>Quality</a:t>
              </a:r>
            </a:p>
          </p:txBody>
        </p:sp>
      </p:grpSp>
      <p:grpSp>
        <p:nvGrpSpPr>
          <p:cNvPr id="549" name="Group 548">
            <a:extLst>
              <a:ext uri="{FF2B5EF4-FFF2-40B4-BE49-F238E27FC236}">
                <a16:creationId xmlns:a16="http://schemas.microsoft.com/office/drawing/2014/main" id="{F716EF9C-4DB0-22B5-DFED-C9FEF0E77107}"/>
              </a:ext>
            </a:extLst>
          </p:cNvPr>
          <p:cNvGrpSpPr/>
          <p:nvPr/>
        </p:nvGrpSpPr>
        <p:grpSpPr>
          <a:xfrm>
            <a:off x="4409286" y="6034957"/>
            <a:ext cx="561243" cy="290067"/>
            <a:chOff x="5079554" y="5322799"/>
            <a:chExt cx="561243" cy="290067"/>
          </a:xfrm>
        </p:grpSpPr>
        <p:sp>
          <p:nvSpPr>
            <p:cNvPr id="550" name="Pentagon 549">
              <a:extLst>
                <a:ext uri="{FF2B5EF4-FFF2-40B4-BE49-F238E27FC236}">
                  <a16:creationId xmlns:a16="http://schemas.microsoft.com/office/drawing/2014/main" id="{7FA82782-352D-7AE7-5DA7-623D9D3F5C14}"/>
                </a:ext>
              </a:extLst>
            </p:cNvPr>
            <p:cNvSpPr/>
            <p:nvPr/>
          </p:nvSpPr>
          <p:spPr>
            <a:xfrm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AAAB60E8-F2F0-7CF3-ED25-C2CE68E64AD3}"/>
                </a:ext>
              </a:extLst>
            </p:cNvPr>
            <p:cNvSpPr txBox="1"/>
            <p:nvPr/>
          </p:nvSpPr>
          <p:spPr>
            <a:xfrm>
              <a:off x="5079554" y="5343979"/>
              <a:ext cx="5612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Level of Performance</a:t>
              </a:r>
            </a:p>
          </p:txBody>
        </p:sp>
      </p:grpSp>
      <p:grpSp>
        <p:nvGrpSpPr>
          <p:cNvPr id="553" name="Group 552">
            <a:extLst>
              <a:ext uri="{FF2B5EF4-FFF2-40B4-BE49-F238E27FC236}">
                <a16:creationId xmlns:a16="http://schemas.microsoft.com/office/drawing/2014/main" id="{85464E0A-D0EE-F5B0-B078-487DB850D9F7}"/>
              </a:ext>
            </a:extLst>
          </p:cNvPr>
          <p:cNvGrpSpPr/>
          <p:nvPr/>
        </p:nvGrpSpPr>
        <p:grpSpPr>
          <a:xfrm rot="160248">
            <a:off x="4644692" y="6491083"/>
            <a:ext cx="561243" cy="290067"/>
            <a:chOff x="5063730" y="5322799"/>
            <a:chExt cx="561243" cy="290067"/>
          </a:xfrm>
        </p:grpSpPr>
        <p:sp>
          <p:nvSpPr>
            <p:cNvPr id="557" name="Pentagon 556">
              <a:extLst>
                <a:ext uri="{FF2B5EF4-FFF2-40B4-BE49-F238E27FC236}">
                  <a16:creationId xmlns:a16="http://schemas.microsoft.com/office/drawing/2014/main" id="{5639D631-ED8E-E730-7F8D-40B8806D9D05}"/>
                </a:ext>
              </a:extLst>
            </p:cNvPr>
            <p:cNvSpPr/>
            <p:nvPr/>
          </p:nvSpPr>
          <p:spPr>
            <a:xfrm rot="21439752"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C5403C64-3312-F90A-54FB-12E9F991A4F5}"/>
                </a:ext>
              </a:extLst>
            </p:cNvPr>
            <p:cNvSpPr txBox="1"/>
            <p:nvPr/>
          </p:nvSpPr>
          <p:spPr>
            <a:xfrm rot="21439752">
              <a:off x="5063730" y="5394400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>
                  <a:solidFill>
                    <a:schemeClr val="bg1"/>
                  </a:solidFill>
                </a:rPr>
                <a:t>difficulty</a:t>
              </a:r>
            </a:p>
          </p:txBody>
        </p:sp>
      </p:grpSp>
      <p:cxnSp>
        <p:nvCxnSpPr>
          <p:cNvPr id="568" name="Connector: Elbow 567">
            <a:extLst>
              <a:ext uri="{FF2B5EF4-FFF2-40B4-BE49-F238E27FC236}">
                <a16:creationId xmlns:a16="http://schemas.microsoft.com/office/drawing/2014/main" id="{88E87142-F39F-A633-D35D-230F51DE3AA1}"/>
              </a:ext>
            </a:extLst>
          </p:cNvPr>
          <p:cNvCxnSpPr>
            <a:cxnSpLocks/>
            <a:stCxn id="255" idx="3"/>
            <a:endCxn id="34" idx="2"/>
          </p:cNvCxnSpPr>
          <p:nvPr/>
        </p:nvCxnSpPr>
        <p:spPr>
          <a:xfrm rot="5400000" flipH="1" flipV="1">
            <a:off x="4150180" y="5950001"/>
            <a:ext cx="206129" cy="17527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E8C6771-FAF9-6BBD-ECCF-689067F005F0}"/>
              </a:ext>
            </a:extLst>
          </p:cNvPr>
          <p:cNvCxnSpPr>
            <a:cxnSpLocks/>
            <a:stCxn id="547" idx="3"/>
            <a:endCxn id="34" idx="4"/>
          </p:cNvCxnSpPr>
          <p:nvPr/>
        </p:nvCxnSpPr>
        <p:spPr>
          <a:xfrm rot="16200000" flipV="1">
            <a:off x="4966308" y="5976779"/>
            <a:ext cx="199277" cy="11487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8B948BD5-2A2F-3146-F418-448618C52768}"/>
              </a:ext>
            </a:extLst>
          </p:cNvPr>
          <p:cNvCxnSpPr>
            <a:cxnSpLocks/>
            <a:stCxn id="557" idx="0"/>
            <a:endCxn id="550" idx="3"/>
          </p:cNvCxnSpPr>
          <p:nvPr/>
        </p:nvCxnSpPr>
        <p:spPr>
          <a:xfrm rot="16200000" flipV="1">
            <a:off x="4712605" y="6282339"/>
            <a:ext cx="165865" cy="251235"/>
          </a:xfrm>
          <a:prstGeom prst="bentConnector3">
            <a:avLst>
              <a:gd name="adj1" fmla="val 3329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10E05DBB-53DB-AEA6-5D12-8C061A8BBF84}"/>
              </a:ext>
            </a:extLst>
          </p:cNvPr>
          <p:cNvCxnSpPr>
            <a:cxnSpLocks/>
            <a:stCxn id="263" idx="4"/>
            <a:endCxn id="31" idx="6"/>
          </p:cNvCxnSpPr>
          <p:nvPr/>
        </p:nvCxnSpPr>
        <p:spPr>
          <a:xfrm rot="5400000">
            <a:off x="7255817" y="3741522"/>
            <a:ext cx="68833" cy="99935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12FBD9C4-97E8-C790-F1A3-2E2D5E776D64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5204424" y="4275617"/>
            <a:ext cx="1027226" cy="278047"/>
          </a:xfrm>
          <a:prstGeom prst="bentConnector3">
            <a:avLst>
              <a:gd name="adj1" fmla="val 50000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AF7552-CC8E-4D4C-E592-2812C6D20CB2}"/>
              </a:ext>
            </a:extLst>
          </p:cNvPr>
          <p:cNvSpPr txBox="1"/>
          <p:nvPr/>
        </p:nvSpPr>
        <p:spPr>
          <a:xfrm>
            <a:off x="5564539" y="4109205"/>
            <a:ext cx="5924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>
                <a:solidFill>
                  <a:prstClr val="black"/>
                </a:solidFill>
                <a:latin typeface="Calibri" panose="020F0502020204030204"/>
              </a:rPr>
              <a:t>realizes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08ECFC24-6CAB-6628-F032-508D07572CBC}"/>
              </a:ext>
            </a:extLst>
          </p:cNvPr>
          <p:cNvCxnSpPr>
            <a:cxnSpLocks/>
            <a:stCxn id="68" idx="2"/>
            <a:endCxn id="313" idx="2"/>
          </p:cNvCxnSpPr>
          <p:nvPr/>
        </p:nvCxnSpPr>
        <p:spPr>
          <a:xfrm rot="16200000" flipH="1">
            <a:off x="6165427" y="4414414"/>
            <a:ext cx="470513" cy="1839671"/>
          </a:xfrm>
          <a:prstGeom prst="bentConnector2">
            <a:avLst/>
          </a:prstGeom>
          <a:ln w="28575" cmpd="thickThin">
            <a:solidFill>
              <a:srgbClr val="518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Arrow Connector 605">
            <a:extLst>
              <a:ext uri="{FF2B5EF4-FFF2-40B4-BE49-F238E27FC236}">
                <a16:creationId xmlns:a16="http://schemas.microsoft.com/office/drawing/2014/main" id="{2C300BE8-6BAA-FA67-4294-2EDDAC562D51}"/>
              </a:ext>
            </a:extLst>
          </p:cNvPr>
          <p:cNvCxnSpPr>
            <a:cxnSpLocks/>
            <a:stCxn id="2" idx="0"/>
            <a:endCxn id="68" idx="3"/>
          </p:cNvCxnSpPr>
          <p:nvPr/>
        </p:nvCxnSpPr>
        <p:spPr>
          <a:xfrm flipH="1">
            <a:off x="5905731" y="4948862"/>
            <a:ext cx="658529" cy="2698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1" name="TextBox 610">
            <a:extLst>
              <a:ext uri="{FF2B5EF4-FFF2-40B4-BE49-F238E27FC236}">
                <a16:creationId xmlns:a16="http://schemas.microsoft.com/office/drawing/2014/main" id="{7C4D6549-E02F-B545-EFC7-F4437E835B9F}"/>
              </a:ext>
            </a:extLst>
          </p:cNvPr>
          <p:cNvSpPr txBox="1"/>
          <p:nvPr/>
        </p:nvSpPr>
        <p:spPr>
          <a:xfrm>
            <a:off x="3527268" y="4616362"/>
            <a:ext cx="4355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5" name="TextBox 614">
            <a:extLst>
              <a:ext uri="{FF2B5EF4-FFF2-40B4-BE49-F238E27FC236}">
                <a16:creationId xmlns:a16="http://schemas.microsoft.com/office/drawing/2014/main" id="{E38D9724-AC4F-2CB7-1E47-C77C168C9D43}"/>
              </a:ext>
            </a:extLst>
          </p:cNvPr>
          <p:cNvSpPr txBox="1"/>
          <p:nvPr/>
        </p:nvSpPr>
        <p:spPr>
          <a:xfrm>
            <a:off x="3967969" y="5841884"/>
            <a:ext cx="355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</a:p>
        </p:txBody>
      </p:sp>
      <p:sp>
        <p:nvSpPr>
          <p:cNvPr id="616" name="TextBox 615">
            <a:extLst>
              <a:ext uri="{FF2B5EF4-FFF2-40B4-BE49-F238E27FC236}">
                <a16:creationId xmlns:a16="http://schemas.microsoft.com/office/drawing/2014/main" id="{788FF328-460E-52B7-C9E4-699750A81B2E}"/>
              </a:ext>
            </a:extLst>
          </p:cNvPr>
          <p:cNvSpPr txBox="1"/>
          <p:nvPr/>
        </p:nvSpPr>
        <p:spPr>
          <a:xfrm>
            <a:off x="7106441" y="4223656"/>
            <a:ext cx="355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is_a</a:t>
            </a:r>
          </a:p>
        </p:txBody>
      </p:sp>
      <p:sp>
        <p:nvSpPr>
          <p:cNvPr id="198" name="Pentagon 197">
            <a:extLst>
              <a:ext uri="{FF2B5EF4-FFF2-40B4-BE49-F238E27FC236}">
                <a16:creationId xmlns:a16="http://schemas.microsoft.com/office/drawing/2014/main" id="{39611E4B-E392-19AC-EA2F-3E0813D40161}"/>
              </a:ext>
            </a:extLst>
          </p:cNvPr>
          <p:cNvSpPr/>
          <p:nvPr/>
        </p:nvSpPr>
        <p:spPr>
          <a:xfrm rot="11243933">
            <a:off x="11026478" y="1156281"/>
            <a:ext cx="724490" cy="450577"/>
          </a:xfrm>
          <a:prstGeom prst="pentagon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A435A84-40B5-02B7-EFCB-8EE7CFC519FD}"/>
              </a:ext>
            </a:extLst>
          </p:cNvPr>
          <p:cNvSpPr txBox="1"/>
          <p:nvPr/>
        </p:nvSpPr>
        <p:spPr>
          <a:xfrm>
            <a:off x="4034327" y="5030349"/>
            <a:ext cx="4355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part_of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8" name="Connector: Elbow 217">
            <a:extLst>
              <a:ext uri="{FF2B5EF4-FFF2-40B4-BE49-F238E27FC236}">
                <a16:creationId xmlns:a16="http://schemas.microsoft.com/office/drawing/2014/main" id="{7A99EB13-BA47-9C76-4CF2-CEF53849ED52}"/>
              </a:ext>
            </a:extLst>
          </p:cNvPr>
          <p:cNvCxnSpPr>
            <a:cxnSpLocks/>
            <a:stCxn id="468" idx="0"/>
            <a:endCxn id="550" idx="3"/>
          </p:cNvCxnSpPr>
          <p:nvPr/>
        </p:nvCxnSpPr>
        <p:spPr>
          <a:xfrm rot="5400000" flipH="1" flipV="1">
            <a:off x="4463113" y="6271360"/>
            <a:ext cx="153141" cy="260471"/>
          </a:xfrm>
          <a:prstGeom prst="bentConnector3">
            <a:avLst>
              <a:gd name="adj1" fmla="val 2788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: Elbow 232">
            <a:extLst>
              <a:ext uri="{FF2B5EF4-FFF2-40B4-BE49-F238E27FC236}">
                <a16:creationId xmlns:a16="http://schemas.microsoft.com/office/drawing/2014/main" id="{25890A85-3D1C-593B-10EB-A8278E5D2625}"/>
              </a:ext>
            </a:extLst>
          </p:cNvPr>
          <p:cNvCxnSpPr>
            <a:cxnSpLocks/>
            <a:stCxn id="550" idx="0"/>
            <a:endCxn id="34" idx="3"/>
          </p:cNvCxnSpPr>
          <p:nvPr/>
        </p:nvCxnSpPr>
        <p:spPr>
          <a:xfrm rot="5400000" flipH="1" flipV="1">
            <a:off x="4622118" y="5982378"/>
            <a:ext cx="100381" cy="477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18C58E9D-8631-3973-9CC2-E276C405809B}"/>
              </a:ext>
            </a:extLst>
          </p:cNvPr>
          <p:cNvGrpSpPr/>
          <p:nvPr/>
        </p:nvGrpSpPr>
        <p:grpSpPr>
          <a:xfrm rot="10800000">
            <a:off x="3936814" y="6140704"/>
            <a:ext cx="587120" cy="290067"/>
            <a:chOff x="4981858" y="5322799"/>
            <a:chExt cx="587120" cy="290067"/>
          </a:xfrm>
        </p:grpSpPr>
        <p:sp>
          <p:nvSpPr>
            <p:cNvPr id="255" name="Pentagon 254">
              <a:extLst>
                <a:ext uri="{FF2B5EF4-FFF2-40B4-BE49-F238E27FC236}">
                  <a16:creationId xmlns:a16="http://schemas.microsoft.com/office/drawing/2014/main" id="{7EB2EC1E-1584-A71C-4C07-3B0B80450294}"/>
                </a:ext>
              </a:extLst>
            </p:cNvPr>
            <p:cNvSpPr/>
            <p:nvPr/>
          </p:nvSpPr>
          <p:spPr>
            <a:xfrm>
              <a:off x="5111395" y="5322799"/>
              <a:ext cx="457583" cy="290067"/>
            </a:xfrm>
            <a:prstGeom prst="pentagon">
              <a:avLst/>
            </a:prstGeom>
            <a:solidFill>
              <a:srgbClr val="385B6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84E6D409-773D-C246-96F8-EF74E613B62A}"/>
                </a:ext>
              </a:extLst>
            </p:cNvPr>
            <p:cNvSpPr txBox="1"/>
            <p:nvPr/>
          </p:nvSpPr>
          <p:spPr>
            <a:xfrm rot="10800000">
              <a:off x="4981858" y="5410579"/>
              <a:ext cx="5612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>
                  <a:solidFill>
                    <a:schemeClr val="bg1"/>
                  </a:solidFill>
                </a:rPr>
                <a:t>Polarity</a:t>
              </a:r>
            </a:p>
          </p:txBody>
        </p: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id="{EB9F94F6-EAB6-F468-5F15-355817B63DAF}"/>
              </a:ext>
            </a:extLst>
          </p:cNvPr>
          <p:cNvSpPr txBox="1"/>
          <p:nvPr/>
        </p:nvSpPr>
        <p:spPr>
          <a:xfrm>
            <a:off x="9451569" y="5773235"/>
            <a:ext cx="5351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</a:t>
            </a:r>
          </a:p>
        </p:txBody>
      </p:sp>
      <p:cxnSp>
        <p:nvCxnSpPr>
          <p:cNvPr id="276" name="Connector: Elbow 275">
            <a:extLst>
              <a:ext uri="{FF2B5EF4-FFF2-40B4-BE49-F238E27FC236}">
                <a16:creationId xmlns:a16="http://schemas.microsoft.com/office/drawing/2014/main" id="{0C03280B-BCF3-3525-20EB-E99FA62A60D0}"/>
              </a:ext>
            </a:extLst>
          </p:cNvPr>
          <p:cNvCxnSpPr>
            <a:stCxn id="311" idx="5"/>
            <a:endCxn id="465" idx="0"/>
          </p:cNvCxnSpPr>
          <p:nvPr/>
        </p:nvCxnSpPr>
        <p:spPr>
          <a:xfrm rot="16200000" flipH="1">
            <a:off x="9400714" y="5853134"/>
            <a:ext cx="456963" cy="184195"/>
          </a:xfrm>
          <a:prstGeom prst="bentConnector3">
            <a:avLst>
              <a:gd name="adj1" fmla="val 22326"/>
            </a:avLst>
          </a:prstGeom>
          <a:ln w="31750" cmpd="dbl">
            <a:solidFill>
              <a:srgbClr val="F4B1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5B56798D-ABD2-427F-EC33-286E77A4D772}"/>
              </a:ext>
            </a:extLst>
          </p:cNvPr>
          <p:cNvGrpSpPr/>
          <p:nvPr/>
        </p:nvGrpSpPr>
        <p:grpSpPr>
          <a:xfrm>
            <a:off x="9389532" y="6189965"/>
            <a:ext cx="677948" cy="310956"/>
            <a:chOff x="9389532" y="6189965"/>
            <a:chExt cx="677948" cy="310956"/>
          </a:xfrm>
        </p:grpSpPr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F1530D32-A62D-5610-E450-DA08B27BD2F3}"/>
                </a:ext>
              </a:extLst>
            </p:cNvPr>
            <p:cNvGrpSpPr/>
            <p:nvPr/>
          </p:nvGrpSpPr>
          <p:grpSpPr>
            <a:xfrm>
              <a:off x="9389532" y="6189965"/>
              <a:ext cx="677948" cy="278459"/>
              <a:chOff x="8308975" y="4287937"/>
              <a:chExt cx="898056" cy="457033"/>
            </a:xfrm>
          </p:grpSpPr>
          <p:grpSp>
            <p:nvGrpSpPr>
              <p:cNvPr id="456" name="Group 455">
                <a:extLst>
                  <a:ext uri="{FF2B5EF4-FFF2-40B4-BE49-F238E27FC236}">
                    <a16:creationId xmlns:a16="http://schemas.microsoft.com/office/drawing/2014/main" id="{A9B2A333-035E-9D1F-E009-E9B606C6AE69}"/>
                  </a:ext>
                </a:extLst>
              </p:cNvPr>
              <p:cNvGrpSpPr/>
              <p:nvPr/>
            </p:nvGrpSpPr>
            <p:grpSpPr>
              <a:xfrm>
                <a:off x="8308975" y="4287937"/>
                <a:ext cx="898056" cy="457033"/>
                <a:chOff x="8308975" y="4287937"/>
                <a:chExt cx="898056" cy="457033"/>
              </a:xfrm>
            </p:grpSpPr>
            <p:grpSp>
              <p:nvGrpSpPr>
                <p:cNvPr id="459" name="Group 458">
                  <a:extLst>
                    <a:ext uri="{FF2B5EF4-FFF2-40B4-BE49-F238E27FC236}">
                      <a16:creationId xmlns:a16="http://schemas.microsoft.com/office/drawing/2014/main" id="{00E371B9-81CB-AD03-B3EA-272D7FDB9E83}"/>
                    </a:ext>
                  </a:extLst>
                </p:cNvPr>
                <p:cNvGrpSpPr/>
                <p:nvPr/>
              </p:nvGrpSpPr>
              <p:grpSpPr>
                <a:xfrm>
                  <a:off x="8308975" y="4287937"/>
                  <a:ext cx="898056" cy="457033"/>
                  <a:chOff x="8295992" y="4457716"/>
                  <a:chExt cx="898056" cy="457033"/>
                </a:xfrm>
              </p:grpSpPr>
              <p:grpSp>
                <p:nvGrpSpPr>
                  <p:cNvPr id="461" name="Group 460">
                    <a:extLst>
                      <a:ext uri="{FF2B5EF4-FFF2-40B4-BE49-F238E27FC236}">
                        <a16:creationId xmlns:a16="http://schemas.microsoft.com/office/drawing/2014/main" id="{D26A6ED7-7CA8-0E61-BB0F-82CD1A630A89}"/>
                      </a:ext>
                    </a:extLst>
                  </p:cNvPr>
                  <p:cNvGrpSpPr/>
                  <p:nvPr/>
                </p:nvGrpSpPr>
                <p:grpSpPr>
                  <a:xfrm>
                    <a:off x="8295992" y="4457716"/>
                    <a:ext cx="898056" cy="457033"/>
                    <a:chOff x="8295992" y="4457716"/>
                    <a:chExt cx="898056" cy="457033"/>
                  </a:xfrm>
                </p:grpSpPr>
                <p:grpSp>
                  <p:nvGrpSpPr>
                    <p:cNvPr id="463" name="Group 462">
                      <a:extLst>
                        <a:ext uri="{FF2B5EF4-FFF2-40B4-BE49-F238E27FC236}">
                          <a16:creationId xmlns:a16="http://schemas.microsoft.com/office/drawing/2014/main" id="{5BDC9850-A2A4-A1C5-E260-34C407851D9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95992" y="4457716"/>
                      <a:ext cx="883966" cy="457033"/>
                      <a:chOff x="8295992" y="4457716"/>
                      <a:chExt cx="883966" cy="457033"/>
                    </a:xfrm>
                  </p:grpSpPr>
                  <p:sp>
                    <p:nvSpPr>
                      <p:cNvPr id="465" name="Pentagon 464">
                        <a:extLst>
                          <a:ext uri="{FF2B5EF4-FFF2-40B4-BE49-F238E27FC236}">
                            <a16:creationId xmlns:a16="http://schemas.microsoft.com/office/drawing/2014/main" id="{E7297D88-C3A4-92B1-BFDB-A3EA17B9A0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95992" y="4457716"/>
                        <a:ext cx="883966" cy="457033"/>
                      </a:xfrm>
                      <a:prstGeom prst="pentagon">
                        <a:avLst/>
                      </a:prstGeom>
                      <a:solidFill>
                        <a:srgbClr val="7030A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466" name="Oval 465">
                        <a:extLst>
                          <a:ext uri="{FF2B5EF4-FFF2-40B4-BE49-F238E27FC236}">
                            <a16:creationId xmlns:a16="http://schemas.microsoft.com/office/drawing/2014/main" id="{99A4A767-8534-E270-1901-F8A53E7A63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79890" y="4646985"/>
                        <a:ext cx="89315" cy="100933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464" name="Rectangle 463">
                      <a:extLst>
                        <a:ext uri="{FF2B5EF4-FFF2-40B4-BE49-F238E27FC236}">
                          <a16:creationId xmlns:a16="http://schemas.microsoft.com/office/drawing/2014/main" id="{7BB95A7D-5345-99B4-3E18-517DBB5558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26995" y="4747828"/>
                      <a:ext cx="67053" cy="1450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462" name="Oval 461">
                    <a:extLst>
                      <a:ext uri="{FF2B5EF4-FFF2-40B4-BE49-F238E27FC236}">
                        <a16:creationId xmlns:a16="http://schemas.microsoft.com/office/drawing/2014/main" id="{00B17071-1257-C00C-486F-9A3D09BCE73C}"/>
                      </a:ext>
                    </a:extLst>
                  </p:cNvPr>
                  <p:cNvSpPr/>
                  <p:nvPr/>
                </p:nvSpPr>
                <p:spPr>
                  <a:xfrm>
                    <a:off x="8363002" y="4809483"/>
                    <a:ext cx="103329" cy="8338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F7CBE593-14D8-083E-18BB-6B05E3466B1F}"/>
                    </a:ext>
                  </a:extLst>
                </p:cNvPr>
                <p:cNvSpPr/>
                <p:nvPr/>
              </p:nvSpPr>
              <p:spPr>
                <a:xfrm>
                  <a:off x="8523708" y="4488688"/>
                  <a:ext cx="100943" cy="84097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8" name="Rectangle 457">
                <a:extLst>
                  <a:ext uri="{FF2B5EF4-FFF2-40B4-BE49-F238E27FC236}">
                    <a16:creationId xmlns:a16="http://schemas.microsoft.com/office/drawing/2014/main" id="{1AB35B5C-2E1F-E38B-CB34-555A54B1B22B}"/>
                  </a:ext>
                </a:extLst>
              </p:cNvPr>
              <p:cNvSpPr/>
              <p:nvPr/>
            </p:nvSpPr>
            <p:spPr>
              <a:xfrm>
                <a:off x="8380238" y="4637689"/>
                <a:ext cx="130915" cy="8248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339B00E3-8136-A52C-DFEE-C7ACF2B94123}"/>
                </a:ext>
              </a:extLst>
            </p:cNvPr>
            <p:cNvSpPr txBox="1"/>
            <p:nvPr/>
          </p:nvSpPr>
          <p:spPr>
            <a:xfrm>
              <a:off x="9512087" y="6223922"/>
              <a:ext cx="4675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u="sng">
                  <a:solidFill>
                    <a:schemeClr val="bg1"/>
                  </a:solidFill>
                </a:rPr>
                <a:t>Person Metric</a:t>
              </a:r>
            </a:p>
          </p:txBody>
        </p:sp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C45CD987-3C4B-D85B-109D-5D2D7A1327EE}"/>
              </a:ext>
            </a:extLst>
          </p:cNvPr>
          <p:cNvGrpSpPr/>
          <p:nvPr/>
        </p:nvGrpSpPr>
        <p:grpSpPr>
          <a:xfrm rot="10800000">
            <a:off x="8766311" y="6381837"/>
            <a:ext cx="677948" cy="278459"/>
            <a:chOff x="9389532" y="6189965"/>
            <a:chExt cx="677948" cy="278459"/>
          </a:xfrm>
        </p:grpSpPr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803B53E7-1419-C444-52A3-8F0D98E70A59}"/>
                </a:ext>
              </a:extLst>
            </p:cNvPr>
            <p:cNvGrpSpPr/>
            <p:nvPr/>
          </p:nvGrpSpPr>
          <p:grpSpPr>
            <a:xfrm>
              <a:off x="9389532" y="6189965"/>
              <a:ext cx="677948" cy="278459"/>
              <a:chOff x="8308975" y="4287937"/>
              <a:chExt cx="898056" cy="457033"/>
            </a:xfrm>
          </p:grpSpPr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26FC7019-4A89-D915-82CA-83C38BE36391}"/>
                  </a:ext>
                </a:extLst>
              </p:cNvPr>
              <p:cNvGrpSpPr/>
              <p:nvPr/>
            </p:nvGrpSpPr>
            <p:grpSpPr>
              <a:xfrm>
                <a:off x="8308975" y="4287937"/>
                <a:ext cx="898056" cy="457033"/>
                <a:chOff x="8308975" y="4287937"/>
                <a:chExt cx="898056" cy="457033"/>
              </a:xfrm>
            </p:grpSpPr>
            <p:grpSp>
              <p:nvGrpSpPr>
                <p:cNvPr id="296" name="Group 295">
                  <a:extLst>
                    <a:ext uri="{FF2B5EF4-FFF2-40B4-BE49-F238E27FC236}">
                      <a16:creationId xmlns:a16="http://schemas.microsoft.com/office/drawing/2014/main" id="{6FC01D56-6FD1-21F3-D023-EB713C9F8185}"/>
                    </a:ext>
                  </a:extLst>
                </p:cNvPr>
                <p:cNvGrpSpPr/>
                <p:nvPr/>
              </p:nvGrpSpPr>
              <p:grpSpPr>
                <a:xfrm>
                  <a:off x="8308975" y="4287937"/>
                  <a:ext cx="898056" cy="457033"/>
                  <a:chOff x="8295992" y="4457716"/>
                  <a:chExt cx="898056" cy="457033"/>
                </a:xfrm>
              </p:grpSpPr>
              <p:grpSp>
                <p:nvGrpSpPr>
                  <p:cNvPr id="298" name="Group 297">
                    <a:extLst>
                      <a:ext uri="{FF2B5EF4-FFF2-40B4-BE49-F238E27FC236}">
                        <a16:creationId xmlns:a16="http://schemas.microsoft.com/office/drawing/2014/main" id="{B566ED79-D85F-AF98-30A8-87D81DB8453D}"/>
                      </a:ext>
                    </a:extLst>
                  </p:cNvPr>
                  <p:cNvGrpSpPr/>
                  <p:nvPr/>
                </p:nvGrpSpPr>
                <p:grpSpPr>
                  <a:xfrm>
                    <a:off x="8295992" y="4457716"/>
                    <a:ext cx="898056" cy="457033"/>
                    <a:chOff x="8295992" y="4457716"/>
                    <a:chExt cx="898056" cy="457033"/>
                  </a:xfrm>
                </p:grpSpPr>
                <p:grpSp>
                  <p:nvGrpSpPr>
                    <p:cNvPr id="301" name="Group 300">
                      <a:extLst>
                        <a:ext uri="{FF2B5EF4-FFF2-40B4-BE49-F238E27FC236}">
                          <a16:creationId xmlns:a16="http://schemas.microsoft.com/office/drawing/2014/main" id="{91557999-10FD-3251-EBC7-229653E8B6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95992" y="4457716"/>
                      <a:ext cx="883966" cy="457033"/>
                      <a:chOff x="8295992" y="4457716"/>
                      <a:chExt cx="883966" cy="457033"/>
                    </a:xfrm>
                  </p:grpSpPr>
                  <p:sp>
                    <p:nvSpPr>
                      <p:cNvPr id="306" name="Pentagon 305">
                        <a:extLst>
                          <a:ext uri="{FF2B5EF4-FFF2-40B4-BE49-F238E27FC236}">
                            <a16:creationId xmlns:a16="http://schemas.microsoft.com/office/drawing/2014/main" id="{85DE71D2-D28C-F649-E41C-C21E0A72D0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95992" y="4457716"/>
                        <a:ext cx="883966" cy="457033"/>
                      </a:xfrm>
                      <a:prstGeom prst="pentagon">
                        <a:avLst/>
                      </a:prstGeom>
                      <a:solidFill>
                        <a:srgbClr val="7030A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07" name="Oval 306">
                        <a:extLst>
                          <a:ext uri="{FF2B5EF4-FFF2-40B4-BE49-F238E27FC236}">
                            <a16:creationId xmlns:a16="http://schemas.microsoft.com/office/drawing/2014/main" id="{CCE102EA-5D15-9357-01DD-DE7606B8EB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79890" y="4646985"/>
                        <a:ext cx="89315" cy="100933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305" name="Rectangle 304">
                      <a:extLst>
                        <a:ext uri="{FF2B5EF4-FFF2-40B4-BE49-F238E27FC236}">
                          <a16:creationId xmlns:a16="http://schemas.microsoft.com/office/drawing/2014/main" id="{F2B6C6C1-82E4-AC2D-D48B-0C8D2D31FA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26995" y="4747828"/>
                      <a:ext cx="67053" cy="14503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300" name="Oval 299">
                    <a:extLst>
                      <a:ext uri="{FF2B5EF4-FFF2-40B4-BE49-F238E27FC236}">
                        <a16:creationId xmlns:a16="http://schemas.microsoft.com/office/drawing/2014/main" id="{97AFEB36-2733-DB47-FC27-A4B7D020F11E}"/>
                      </a:ext>
                    </a:extLst>
                  </p:cNvPr>
                  <p:cNvSpPr/>
                  <p:nvPr/>
                </p:nvSpPr>
                <p:spPr>
                  <a:xfrm>
                    <a:off x="8363002" y="4809483"/>
                    <a:ext cx="103329" cy="8338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B7D521F8-7696-12A3-B11F-3AFB9FF07AD6}"/>
                    </a:ext>
                  </a:extLst>
                </p:cNvPr>
                <p:cNvSpPr/>
                <p:nvPr/>
              </p:nvSpPr>
              <p:spPr>
                <a:xfrm>
                  <a:off x="8523708" y="4488688"/>
                  <a:ext cx="100943" cy="84097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9F21E22E-EB28-08AB-6D65-9496D7BAD7B2}"/>
                  </a:ext>
                </a:extLst>
              </p:cNvPr>
              <p:cNvSpPr/>
              <p:nvPr/>
            </p:nvSpPr>
            <p:spPr>
              <a:xfrm>
                <a:off x="8380238" y="4637689"/>
                <a:ext cx="130915" cy="8248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80C83878-DB46-C8A9-58A7-EE435CE2720A}"/>
                </a:ext>
              </a:extLst>
            </p:cNvPr>
            <p:cNvSpPr txBox="1"/>
            <p:nvPr/>
          </p:nvSpPr>
          <p:spPr>
            <a:xfrm rot="10800000">
              <a:off x="9478039" y="6254700"/>
              <a:ext cx="46752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>
                  <a:solidFill>
                    <a:schemeClr val="bg1"/>
                  </a:solidFill>
                </a:rPr>
                <a:t>Capacity</a:t>
              </a:r>
            </a:p>
          </p:txBody>
        </p:sp>
      </p:grpSp>
      <p:sp>
        <p:nvSpPr>
          <p:cNvPr id="314" name="Pentagon 313">
            <a:extLst>
              <a:ext uri="{FF2B5EF4-FFF2-40B4-BE49-F238E27FC236}">
                <a16:creationId xmlns:a16="http://schemas.microsoft.com/office/drawing/2014/main" id="{3F73B6BB-678F-9608-4FD8-9FDB2B222A15}"/>
              </a:ext>
            </a:extLst>
          </p:cNvPr>
          <p:cNvSpPr/>
          <p:nvPr/>
        </p:nvSpPr>
        <p:spPr>
          <a:xfrm rot="8084276">
            <a:off x="11666313" y="762546"/>
            <a:ext cx="575878" cy="362549"/>
          </a:xfrm>
          <a:prstGeom prst="pentagon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AC76A674-3F61-C721-D044-4DAD74484480}"/>
              </a:ext>
            </a:extLst>
          </p:cNvPr>
          <p:cNvSpPr txBox="1"/>
          <p:nvPr/>
        </p:nvSpPr>
        <p:spPr>
          <a:xfrm>
            <a:off x="11172095" y="1224870"/>
            <a:ext cx="485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Metric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7F182B72-82D6-F0B1-A17A-CFACCF13EB1F}"/>
              </a:ext>
            </a:extLst>
          </p:cNvPr>
          <p:cNvSpPr txBox="1"/>
          <p:nvPr/>
        </p:nvSpPr>
        <p:spPr>
          <a:xfrm>
            <a:off x="11683979" y="821696"/>
            <a:ext cx="5140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Barriers</a:t>
            </a:r>
          </a:p>
        </p:txBody>
      </p: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E791628D-2693-6E7A-2813-8526ECC6D6DA}"/>
              </a:ext>
            </a:extLst>
          </p:cNvPr>
          <p:cNvCxnSpPr>
            <a:cxnSpLocks/>
            <a:stCxn id="292" idx="5"/>
            <a:endCxn id="198" idx="0"/>
          </p:cNvCxnSpPr>
          <p:nvPr/>
        </p:nvCxnSpPr>
        <p:spPr>
          <a:xfrm>
            <a:off x="8121556" y="1441655"/>
            <a:ext cx="3238155" cy="163327"/>
          </a:xfrm>
          <a:prstGeom prst="straightConnector1">
            <a:avLst/>
          </a:prstGeom>
          <a:ln w="38100" cmpd="dbl">
            <a:solidFill>
              <a:schemeClr val="accent2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Arrow Connector 326">
            <a:extLst>
              <a:ext uri="{FF2B5EF4-FFF2-40B4-BE49-F238E27FC236}">
                <a16:creationId xmlns:a16="http://schemas.microsoft.com/office/drawing/2014/main" id="{1F8EF54B-A8DC-6F01-EC2F-904240426BFC}"/>
              </a:ext>
            </a:extLst>
          </p:cNvPr>
          <p:cNvCxnSpPr>
            <a:cxnSpLocks/>
            <a:endCxn id="321" idx="3"/>
          </p:cNvCxnSpPr>
          <p:nvPr/>
        </p:nvCxnSpPr>
        <p:spPr>
          <a:xfrm flipH="1">
            <a:off x="11657609" y="1257589"/>
            <a:ext cx="126781" cy="750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Arrow Connector 345">
            <a:extLst>
              <a:ext uri="{FF2B5EF4-FFF2-40B4-BE49-F238E27FC236}">
                <a16:creationId xmlns:a16="http://schemas.microsoft.com/office/drawing/2014/main" id="{A04F32E4-F686-7AB8-BE1D-8191881FE2F8}"/>
              </a:ext>
            </a:extLst>
          </p:cNvPr>
          <p:cNvCxnSpPr>
            <a:stCxn id="291" idx="3"/>
            <a:endCxn id="280" idx="1"/>
          </p:cNvCxnSpPr>
          <p:nvPr/>
        </p:nvCxnSpPr>
        <p:spPr>
          <a:xfrm flipV="1">
            <a:off x="9355752" y="6362422"/>
            <a:ext cx="156335" cy="1408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84021039-A904-E341-3F14-CDEBC79FB236}"/>
              </a:ext>
            </a:extLst>
          </p:cNvPr>
          <p:cNvGrpSpPr/>
          <p:nvPr/>
        </p:nvGrpSpPr>
        <p:grpSpPr>
          <a:xfrm>
            <a:off x="36010" y="36922"/>
            <a:ext cx="1332991" cy="2582048"/>
            <a:chOff x="41310" y="39792"/>
            <a:chExt cx="1332991" cy="2582048"/>
          </a:xfrm>
        </p:grpSpPr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90FE219C-79D4-62F1-7361-D9590CF68360}"/>
                </a:ext>
              </a:extLst>
            </p:cNvPr>
            <p:cNvSpPr/>
            <p:nvPr/>
          </p:nvSpPr>
          <p:spPr>
            <a:xfrm>
              <a:off x="41310" y="39792"/>
              <a:ext cx="1332991" cy="258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74061571-B373-13CA-24CA-2C44FB72FF57}"/>
                </a:ext>
              </a:extLst>
            </p:cNvPr>
            <p:cNvSpPr/>
            <p:nvPr/>
          </p:nvSpPr>
          <p:spPr>
            <a:xfrm>
              <a:off x="64670" y="62624"/>
              <a:ext cx="1269521" cy="25232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8B148677-FE3C-B4DD-FFCB-5839E53F8CDC}"/>
                </a:ext>
              </a:extLst>
            </p:cNvPr>
            <p:cNvSpPr/>
            <p:nvPr/>
          </p:nvSpPr>
          <p:spPr>
            <a:xfrm>
              <a:off x="114839" y="94657"/>
              <a:ext cx="1176394" cy="228935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75FBC9D1-7480-E95D-4E90-19FD87B09847}"/>
                </a:ext>
              </a:extLst>
            </p:cNvPr>
            <p:cNvSpPr txBox="1"/>
            <p:nvPr/>
          </p:nvSpPr>
          <p:spPr>
            <a:xfrm>
              <a:off x="101362" y="2357532"/>
              <a:ext cx="116076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i="1">
                  <a:solidFill>
                    <a:schemeClr val="bg1"/>
                  </a:solidFill>
                </a:rPr>
                <a:t>relation Legend</a:t>
              </a:r>
            </a:p>
          </p:txBody>
        </p:sp>
        <p:cxnSp>
          <p:nvCxnSpPr>
            <p:cNvPr id="351" name="Straight Arrow Connector 350">
              <a:extLst>
                <a:ext uri="{FF2B5EF4-FFF2-40B4-BE49-F238E27FC236}">
                  <a16:creationId xmlns:a16="http://schemas.microsoft.com/office/drawing/2014/main" id="{AAF736B4-0A5E-0E14-B919-1C874F6DA9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521" y="472207"/>
              <a:ext cx="802317" cy="616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Arrow Connector 351">
              <a:extLst>
                <a:ext uri="{FF2B5EF4-FFF2-40B4-BE49-F238E27FC236}">
                  <a16:creationId xmlns:a16="http://schemas.microsoft.com/office/drawing/2014/main" id="{945C7947-B79D-CFF1-0203-228B8A5830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150" y="255334"/>
              <a:ext cx="811366" cy="32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Arrow Connector 352">
              <a:extLst>
                <a:ext uri="{FF2B5EF4-FFF2-40B4-BE49-F238E27FC236}">
                  <a16:creationId xmlns:a16="http://schemas.microsoft.com/office/drawing/2014/main" id="{DC454860-E5CA-69C2-7D22-86ABD6C6EB21}"/>
                </a:ext>
              </a:extLst>
            </p:cNvPr>
            <p:cNvCxnSpPr>
              <a:cxnSpLocks/>
            </p:cNvCxnSpPr>
            <p:nvPr/>
          </p:nvCxnSpPr>
          <p:spPr>
            <a:xfrm>
              <a:off x="309150" y="701441"/>
              <a:ext cx="811366" cy="0"/>
            </a:xfrm>
            <a:prstGeom prst="straightConnector1">
              <a:avLst/>
            </a:prstGeom>
            <a:ln w="38100" cmpd="dbl">
              <a:solidFill>
                <a:srgbClr val="002060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Arrow Connector 353">
              <a:extLst>
                <a:ext uri="{FF2B5EF4-FFF2-40B4-BE49-F238E27FC236}">
                  <a16:creationId xmlns:a16="http://schemas.microsoft.com/office/drawing/2014/main" id="{A0127177-97D8-34D4-D8B4-D7B6ADE40679}"/>
                </a:ext>
              </a:extLst>
            </p:cNvPr>
            <p:cNvCxnSpPr>
              <a:cxnSpLocks/>
            </p:cNvCxnSpPr>
            <p:nvPr/>
          </p:nvCxnSpPr>
          <p:spPr>
            <a:xfrm>
              <a:off x="315695" y="905682"/>
              <a:ext cx="801555" cy="0"/>
            </a:xfrm>
            <a:prstGeom prst="straightConnector1">
              <a:avLst/>
            </a:prstGeom>
            <a:ln w="38100" cmpd="dbl">
              <a:solidFill>
                <a:schemeClr val="accent2">
                  <a:lumMod val="60000"/>
                  <a:lumOff val="4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Arrow Connector 354">
              <a:extLst>
                <a:ext uri="{FF2B5EF4-FFF2-40B4-BE49-F238E27FC236}">
                  <a16:creationId xmlns:a16="http://schemas.microsoft.com/office/drawing/2014/main" id="{AA1980E7-7C9E-5EFF-5936-D73EAF28A2CC}"/>
                </a:ext>
              </a:extLst>
            </p:cNvPr>
            <p:cNvCxnSpPr>
              <a:cxnSpLocks/>
            </p:cNvCxnSpPr>
            <p:nvPr/>
          </p:nvCxnSpPr>
          <p:spPr>
            <a:xfrm>
              <a:off x="275350" y="1163678"/>
              <a:ext cx="811675" cy="4022"/>
            </a:xfrm>
            <a:prstGeom prst="straightConnector1">
              <a:avLst/>
            </a:prstGeom>
            <a:ln w="38100">
              <a:solidFill>
                <a:srgbClr val="C55A1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Arrow Connector 355">
              <a:extLst>
                <a:ext uri="{FF2B5EF4-FFF2-40B4-BE49-F238E27FC236}">
                  <a16:creationId xmlns:a16="http://schemas.microsoft.com/office/drawing/2014/main" id="{5BEEBDF9-8456-98FB-52E6-680373016DAD}"/>
                </a:ext>
              </a:extLst>
            </p:cNvPr>
            <p:cNvCxnSpPr>
              <a:cxnSpLocks/>
            </p:cNvCxnSpPr>
            <p:nvPr/>
          </p:nvCxnSpPr>
          <p:spPr>
            <a:xfrm>
              <a:off x="293847" y="1636180"/>
              <a:ext cx="795183" cy="0"/>
            </a:xfrm>
            <a:prstGeom prst="straightConnector1">
              <a:avLst/>
            </a:prstGeom>
            <a:ln w="28575">
              <a:solidFill>
                <a:srgbClr val="7030A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Arrow Connector 356">
              <a:extLst>
                <a:ext uri="{FF2B5EF4-FFF2-40B4-BE49-F238E27FC236}">
                  <a16:creationId xmlns:a16="http://schemas.microsoft.com/office/drawing/2014/main" id="{5CF29860-4B92-9916-2556-6F2771B21D05}"/>
                </a:ext>
              </a:extLst>
            </p:cNvPr>
            <p:cNvCxnSpPr>
              <a:cxnSpLocks/>
            </p:cNvCxnSpPr>
            <p:nvPr/>
          </p:nvCxnSpPr>
          <p:spPr>
            <a:xfrm>
              <a:off x="271662" y="1849212"/>
              <a:ext cx="811099" cy="0"/>
            </a:xfrm>
            <a:prstGeom prst="straightConnector1">
              <a:avLst/>
            </a:prstGeom>
            <a:ln w="28575" cmpd="thickThin">
              <a:solidFill>
                <a:srgbClr val="51838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Arrow Connector 357">
              <a:extLst>
                <a:ext uri="{FF2B5EF4-FFF2-40B4-BE49-F238E27FC236}">
                  <a16:creationId xmlns:a16="http://schemas.microsoft.com/office/drawing/2014/main" id="{E50448D4-ADFD-1E69-8E39-97F08C84B583}"/>
                </a:ext>
              </a:extLst>
            </p:cNvPr>
            <p:cNvCxnSpPr>
              <a:cxnSpLocks/>
            </p:cNvCxnSpPr>
            <p:nvPr/>
          </p:nvCxnSpPr>
          <p:spPr>
            <a:xfrm>
              <a:off x="286791" y="2077121"/>
              <a:ext cx="795183" cy="0"/>
            </a:xfrm>
            <a:prstGeom prst="straightConnector1">
              <a:avLst/>
            </a:prstGeom>
            <a:ln w="19050">
              <a:solidFill>
                <a:srgbClr val="7030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Arrow Connector 358">
              <a:extLst>
                <a:ext uri="{FF2B5EF4-FFF2-40B4-BE49-F238E27FC236}">
                  <a16:creationId xmlns:a16="http://schemas.microsoft.com/office/drawing/2014/main" id="{9E8137C6-694A-8DEE-D56D-216981FF70F4}"/>
                </a:ext>
              </a:extLst>
            </p:cNvPr>
            <p:cNvCxnSpPr>
              <a:cxnSpLocks/>
            </p:cNvCxnSpPr>
            <p:nvPr/>
          </p:nvCxnSpPr>
          <p:spPr>
            <a:xfrm>
              <a:off x="308316" y="1412282"/>
              <a:ext cx="780714" cy="0"/>
            </a:xfrm>
            <a:prstGeom prst="straightConnector1">
              <a:avLst/>
            </a:prstGeom>
            <a:ln w="12700">
              <a:solidFill>
                <a:srgbClr val="00B05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D4F48C2E-CD77-ABAF-309F-D0E29694E27E}"/>
                </a:ext>
              </a:extLst>
            </p:cNvPr>
            <p:cNvSpPr txBox="1"/>
            <p:nvPr/>
          </p:nvSpPr>
          <p:spPr>
            <a:xfrm>
              <a:off x="327630" y="290736"/>
              <a:ext cx="80884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part_of</a:t>
              </a: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92540CB4-E9B3-876C-A8F8-337A01B48846}"/>
                </a:ext>
              </a:extLst>
            </p:cNvPr>
            <p:cNvSpPr txBox="1"/>
            <p:nvPr/>
          </p:nvSpPr>
          <p:spPr>
            <a:xfrm>
              <a:off x="320954" y="71710"/>
              <a:ext cx="8023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is_a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8E5438FF-2AAE-0C6F-7BE2-1E34D40D22EF}"/>
                </a:ext>
              </a:extLst>
            </p:cNvPr>
            <p:cNvSpPr txBox="1"/>
            <p:nvPr/>
          </p:nvSpPr>
          <p:spPr>
            <a:xfrm>
              <a:off x="325910" y="519672"/>
              <a:ext cx="80884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i="1">
                  <a:solidFill>
                    <a:prstClr val="black"/>
                  </a:solidFill>
                  <a:latin typeface="Calibri" panose="020F0502020204030204"/>
                </a:rPr>
                <a:t>is_a &amp; part_of</a:t>
              </a:r>
              <a:endPara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E8C81E6C-3D92-0619-CE78-4D411C548DE5}"/>
                </a:ext>
              </a:extLst>
            </p:cNvPr>
            <p:cNvSpPr txBox="1"/>
            <p:nvPr/>
          </p:nvSpPr>
          <p:spPr>
            <a:xfrm>
              <a:off x="321953" y="738740"/>
              <a:ext cx="33539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i="1">
                  <a:solidFill>
                    <a:prstClr val="black"/>
                  </a:solidFill>
                  <a:latin typeface="Calibri" panose="020F0502020204030204"/>
                </a:rPr>
                <a:t>has</a:t>
              </a:r>
              <a:endPara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6A7BD7F1-80C5-E91C-3B05-B7AE4885894F}"/>
                </a:ext>
              </a:extLst>
            </p:cNvPr>
            <p:cNvSpPr txBox="1"/>
            <p:nvPr/>
          </p:nvSpPr>
          <p:spPr>
            <a:xfrm>
              <a:off x="301527" y="989454"/>
              <a:ext cx="80884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provides</a:t>
              </a:r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AECD04A2-BFC2-4B36-D66F-459687414480}"/>
                </a:ext>
              </a:extLst>
            </p:cNvPr>
            <p:cNvSpPr txBox="1"/>
            <p:nvPr/>
          </p:nvSpPr>
          <p:spPr>
            <a:xfrm>
              <a:off x="295388" y="1232407"/>
              <a:ext cx="80884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i="1">
                  <a:solidFill>
                    <a:prstClr val="black"/>
                  </a:solidFill>
                  <a:latin typeface="Calibri" panose="020F0502020204030204"/>
                </a:rPr>
                <a:t>influence</a:t>
              </a:r>
              <a:endPara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10D8BA98-CFFE-3B34-F9CC-8613C241B1B9}"/>
                </a:ext>
              </a:extLst>
            </p:cNvPr>
            <p:cNvSpPr txBox="1"/>
            <p:nvPr/>
          </p:nvSpPr>
          <p:spPr>
            <a:xfrm>
              <a:off x="303477" y="1450491"/>
              <a:ext cx="80884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i="1">
                  <a:solidFill>
                    <a:prstClr val="black"/>
                  </a:solidFill>
                  <a:latin typeface="Calibri" panose="020F0502020204030204"/>
                </a:rPr>
                <a:t>integrates</a:t>
              </a:r>
              <a:endPara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CE0E334F-791E-2568-34EA-E60E6013B7C0}"/>
                </a:ext>
              </a:extLst>
            </p:cNvPr>
            <p:cNvSpPr txBox="1"/>
            <p:nvPr/>
          </p:nvSpPr>
          <p:spPr>
            <a:xfrm>
              <a:off x="300673" y="1663475"/>
              <a:ext cx="80884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i="1">
                  <a:solidFill>
                    <a:prstClr val="black"/>
                  </a:solidFill>
                  <a:latin typeface="Calibri" panose="020F0502020204030204"/>
                </a:rPr>
                <a:t>uses</a:t>
              </a:r>
              <a:endParaRPr kumimoji="0" lang="en-US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68982221-A29F-B8C9-B3B1-905D3259828E}"/>
                </a:ext>
              </a:extLst>
            </p:cNvPr>
            <p:cNvSpPr txBox="1"/>
            <p:nvPr/>
          </p:nvSpPr>
          <p:spPr>
            <a:xfrm>
              <a:off x="128634" y="1892762"/>
              <a:ext cx="11091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i="1">
                  <a:solidFill>
                    <a:prstClr val="black"/>
                  </a:solidFill>
                  <a:latin typeface="Calibri" panose="020F0502020204030204"/>
                </a:rPr>
                <a:t>Somewhat dependent on </a:t>
              </a:r>
              <a:endParaRPr kumimoji="0" lang="en-US" sz="7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3860760B-B12E-A921-8419-0F52310653DF}"/>
                </a:ext>
              </a:extLst>
            </p:cNvPr>
            <p:cNvSpPr txBox="1"/>
            <p:nvPr/>
          </p:nvSpPr>
          <p:spPr>
            <a:xfrm>
              <a:off x="136846" y="2091949"/>
              <a:ext cx="10279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 i="1">
                  <a:solidFill>
                    <a:prstClr val="black"/>
                  </a:solidFill>
                  <a:latin typeface="Calibri" panose="020F0502020204030204"/>
                </a:rPr>
                <a:t>observes</a:t>
              </a:r>
              <a:endParaRPr kumimoji="0" lang="en-US" sz="7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70" name="Straight Arrow Connector 369">
              <a:extLst>
                <a:ext uri="{FF2B5EF4-FFF2-40B4-BE49-F238E27FC236}">
                  <a16:creationId xmlns:a16="http://schemas.microsoft.com/office/drawing/2014/main" id="{13A2353E-E9BD-9078-AD14-FDC58C29BDAD}"/>
                </a:ext>
              </a:extLst>
            </p:cNvPr>
            <p:cNvCxnSpPr>
              <a:cxnSpLocks/>
            </p:cNvCxnSpPr>
            <p:nvPr/>
          </p:nvCxnSpPr>
          <p:spPr>
            <a:xfrm>
              <a:off x="271662" y="2255944"/>
              <a:ext cx="795183" cy="0"/>
            </a:xfrm>
            <a:prstGeom prst="straightConnector1">
              <a:avLst/>
            </a:prstGeom>
            <a:ln w="19050">
              <a:solidFill>
                <a:srgbClr val="7030A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54F73B-719C-2412-8A72-0644C001E04B}"/>
              </a:ext>
            </a:extLst>
          </p:cNvPr>
          <p:cNvCxnSpPr>
            <a:cxnSpLocks/>
            <a:stCxn id="26" idx="0"/>
            <a:endCxn id="76" idx="3"/>
          </p:cNvCxnSpPr>
          <p:nvPr/>
        </p:nvCxnSpPr>
        <p:spPr>
          <a:xfrm flipH="1" flipV="1">
            <a:off x="11734368" y="4969431"/>
            <a:ext cx="9655" cy="223010"/>
          </a:xfrm>
          <a:prstGeom prst="straightConnector1">
            <a:avLst/>
          </a:prstGeom>
          <a:ln w="38100" cmpd="dbl">
            <a:solidFill>
              <a:srgbClr val="002060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0ECAC627-AFED-F923-595D-BE3F257F4927}"/>
              </a:ext>
            </a:extLst>
          </p:cNvPr>
          <p:cNvSpPr/>
          <p:nvPr/>
        </p:nvSpPr>
        <p:spPr>
          <a:xfrm>
            <a:off x="11312753" y="5192441"/>
            <a:ext cx="862540" cy="248333"/>
          </a:xfrm>
          <a:prstGeom prst="ellipse">
            <a:avLst/>
          </a:prstGeom>
          <a:solidFill>
            <a:srgbClr val="AA72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Disability Status</a:t>
            </a:r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770C4AED-1515-738A-630C-0C016AF7BEF3}"/>
              </a:ext>
            </a:extLst>
          </p:cNvPr>
          <p:cNvSpPr/>
          <p:nvPr/>
        </p:nvSpPr>
        <p:spPr>
          <a:xfrm rot="8084276">
            <a:off x="11826333" y="1120686"/>
            <a:ext cx="575878" cy="362549"/>
          </a:xfrm>
          <a:prstGeom prst="pentagon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DFBE89-F15F-C9AD-BF63-7B48AC943C06}"/>
              </a:ext>
            </a:extLst>
          </p:cNvPr>
          <p:cNvSpPr txBox="1"/>
          <p:nvPr/>
        </p:nvSpPr>
        <p:spPr>
          <a:xfrm>
            <a:off x="11849515" y="1149356"/>
            <a:ext cx="514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Facilitators</a:t>
            </a:r>
          </a:p>
        </p:txBody>
      </p:sp>
    </p:spTree>
    <p:extLst>
      <p:ext uri="{BB962C8B-B14F-4D97-AF65-F5344CB8AC3E}">
        <p14:creationId xmlns:p14="http://schemas.microsoft.com/office/powerpoint/2010/main" val="2947312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07F77-CBBC-3BA1-814A-46AD7CD4B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1060" y="365125"/>
            <a:ext cx="3362739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A498FF-566C-DF5B-DD18-3EF7A2BAF4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211" y="200927"/>
            <a:ext cx="4402082" cy="6582931"/>
          </a:xfrm>
          <a:ln>
            <a:solidFill>
              <a:schemeClr val="tx1"/>
            </a:solidFill>
          </a:ln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29462F09-70F2-1930-FA70-5CC7E51DDF62}"/>
              </a:ext>
            </a:extLst>
          </p:cNvPr>
          <p:cNvGrpSpPr/>
          <p:nvPr/>
        </p:nvGrpSpPr>
        <p:grpSpPr>
          <a:xfrm>
            <a:off x="1889293" y="2323070"/>
            <a:ext cx="2139008" cy="2949345"/>
            <a:chOff x="1889293" y="2323070"/>
            <a:chExt cx="2139008" cy="294934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F822847-2DF6-46E1-1C62-E81262E05802}"/>
                </a:ext>
              </a:extLst>
            </p:cNvPr>
            <p:cNvSpPr/>
            <p:nvPr/>
          </p:nvSpPr>
          <p:spPr>
            <a:xfrm>
              <a:off x="1916834" y="2323070"/>
              <a:ext cx="2111467" cy="284205"/>
            </a:xfrm>
            <a:prstGeom prst="rect">
              <a:avLst/>
            </a:prstGeom>
            <a:solidFill>
              <a:srgbClr val="F8CBAD">
                <a:alpha val="4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A16533E-548C-44C3-AF72-33EC9B100B86}"/>
                </a:ext>
              </a:extLst>
            </p:cNvPr>
            <p:cNvSpPr/>
            <p:nvPr/>
          </p:nvSpPr>
          <p:spPr>
            <a:xfrm>
              <a:off x="1916834" y="3492392"/>
              <a:ext cx="2111467" cy="284205"/>
            </a:xfrm>
            <a:prstGeom prst="rect">
              <a:avLst/>
            </a:prstGeom>
            <a:solidFill>
              <a:srgbClr val="F8CBAD">
                <a:alpha val="4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2D6A8E4-90B9-66F7-BB0C-C0E6C1C2A5A1}"/>
                </a:ext>
              </a:extLst>
            </p:cNvPr>
            <p:cNvSpPr/>
            <p:nvPr/>
          </p:nvSpPr>
          <p:spPr>
            <a:xfrm>
              <a:off x="1889294" y="4988210"/>
              <a:ext cx="2111467" cy="284205"/>
            </a:xfrm>
            <a:prstGeom prst="rect">
              <a:avLst/>
            </a:prstGeom>
            <a:solidFill>
              <a:srgbClr val="F8CBAD">
                <a:alpha val="4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BFA1F2C-D274-9E63-E1D6-EB0D9308694A}"/>
                </a:ext>
              </a:extLst>
            </p:cNvPr>
            <p:cNvSpPr/>
            <p:nvPr/>
          </p:nvSpPr>
          <p:spPr>
            <a:xfrm>
              <a:off x="1916832" y="4415935"/>
              <a:ext cx="2111467" cy="245779"/>
            </a:xfrm>
            <a:prstGeom prst="rect">
              <a:avLst/>
            </a:prstGeom>
            <a:solidFill>
              <a:srgbClr val="F8CBAD">
                <a:alpha val="4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D0CA46A-1ECA-A532-4D5F-E4CE7080C398}"/>
                </a:ext>
              </a:extLst>
            </p:cNvPr>
            <p:cNvSpPr/>
            <p:nvPr/>
          </p:nvSpPr>
          <p:spPr>
            <a:xfrm>
              <a:off x="3594130" y="2784359"/>
              <a:ext cx="99050" cy="936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7F4F7AE-B3F5-FC04-1383-E1760BC8707B}"/>
                </a:ext>
              </a:extLst>
            </p:cNvPr>
            <p:cNvSpPr/>
            <p:nvPr/>
          </p:nvSpPr>
          <p:spPr>
            <a:xfrm>
              <a:off x="1889293" y="2916962"/>
              <a:ext cx="2111467" cy="284205"/>
            </a:xfrm>
            <a:prstGeom prst="rect">
              <a:avLst/>
            </a:prstGeom>
            <a:solidFill>
              <a:srgbClr val="F8CBAD">
                <a:alpha val="4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65C5643-5D96-59E8-2574-F3F75F525BFA}"/>
              </a:ext>
            </a:extLst>
          </p:cNvPr>
          <p:cNvGrpSpPr/>
          <p:nvPr/>
        </p:nvGrpSpPr>
        <p:grpSpPr>
          <a:xfrm>
            <a:off x="190724" y="5813597"/>
            <a:ext cx="1399220" cy="654632"/>
            <a:chOff x="2655945" y="6312699"/>
            <a:chExt cx="1399220" cy="654632"/>
          </a:xfrm>
          <a:solidFill>
            <a:schemeClr val="bg1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25E4B26-A6CC-C7AB-BF70-BB68BC1BE6BD}"/>
                </a:ext>
              </a:extLst>
            </p:cNvPr>
            <p:cNvSpPr/>
            <p:nvPr/>
          </p:nvSpPr>
          <p:spPr>
            <a:xfrm>
              <a:off x="2655945" y="6312699"/>
              <a:ext cx="1399220" cy="65463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600">
                  <a:solidFill>
                    <a:schemeClr val="tx1"/>
                  </a:solidFill>
                </a:rPr>
                <a:t>Legend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D81A097-3D3C-2F63-137D-36A0B32B22F1}"/>
                </a:ext>
              </a:extLst>
            </p:cNvPr>
            <p:cNvSpPr/>
            <p:nvPr/>
          </p:nvSpPr>
          <p:spPr>
            <a:xfrm>
              <a:off x="2734517" y="6640015"/>
              <a:ext cx="1242075" cy="218661"/>
            </a:xfrm>
            <a:prstGeom prst="rect">
              <a:avLst/>
            </a:prstGeom>
            <a:solidFill>
              <a:srgbClr val="F8CBAD">
                <a:alpha val="4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Mental Function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823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A5F1-6E08-BFCC-5F50-3CD7ACDAF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1B00DF-1E76-42F6-1CC6-28D2B646E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9498" y="590050"/>
            <a:ext cx="8199616" cy="5586913"/>
          </a:xfrm>
        </p:spPr>
      </p:pic>
    </p:spTree>
    <p:extLst>
      <p:ext uri="{BB962C8B-B14F-4D97-AF65-F5344CB8AC3E}">
        <p14:creationId xmlns:p14="http://schemas.microsoft.com/office/powerpoint/2010/main" val="3026287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0853FBA342F1439B1E03C364E3AF64" ma:contentTypeVersion="18" ma:contentTypeDescription="Create a new document." ma:contentTypeScope="" ma:versionID="b473cb13b29a9ff7b19694f6b2f73718">
  <xsd:schema xmlns:xsd="http://www.w3.org/2001/XMLSchema" xmlns:xs="http://www.w3.org/2001/XMLSchema" xmlns:p="http://schemas.microsoft.com/office/2006/metadata/properties" xmlns:ns2="48f24ce9-3fee-408f-adaa-6c70c8fcad88" xmlns:ns3="0c85289e-a0a4-4193-8a36-83840327cccf" targetNamespace="http://schemas.microsoft.com/office/2006/metadata/properties" ma:root="true" ma:fieldsID="6fe4fbd77109f000862c0d72bea26d08" ns2:_="" ns3:_="">
    <xsd:import namespace="48f24ce9-3fee-408f-adaa-6c70c8fcad88"/>
    <xsd:import namespace="0c85289e-a0a4-4193-8a36-83840327cc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f24ce9-3fee-408f-adaa-6c70c8fcad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ce9f98e-9ad5-43de-b59a-72d7e946aa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85289e-a0a4-4193-8a36-83840327ccc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89a0ab4-6ae7-4309-92fa-9a7557b0991c}" ma:internalName="TaxCatchAll" ma:showField="CatchAllData" ma:web="0c85289e-a0a4-4193-8a36-83840327cc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8f24ce9-3fee-408f-adaa-6c70c8fcad88">
      <Terms xmlns="http://schemas.microsoft.com/office/infopath/2007/PartnerControls"/>
    </lcf76f155ced4ddcb4097134ff3c332f>
    <TaxCatchAll xmlns="0c85289e-a0a4-4193-8a36-83840327cccf" xsi:nil="true"/>
  </documentManagement>
</p:properties>
</file>

<file path=customXml/itemProps1.xml><?xml version="1.0" encoding="utf-8"?>
<ds:datastoreItem xmlns:ds="http://schemas.openxmlformats.org/officeDocument/2006/customXml" ds:itemID="{F8CB0804-9082-4C7E-8C9D-657B068A66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9F7D19-8AD2-4541-944A-9AE4FC51310B}">
  <ds:schemaRefs>
    <ds:schemaRef ds:uri="0c85289e-a0a4-4193-8a36-83840327cccf"/>
    <ds:schemaRef ds:uri="48f24ce9-3fee-408f-adaa-6c70c8fcad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A5567AC-8E79-4DE1-9890-5D7B4D6EF902}">
  <ds:schemaRefs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0c85289e-a0a4-4193-8a36-83840327cccf"/>
    <ds:schemaRef ds:uri="48f24ce9-3fee-408f-adaa-6c70c8fcad88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4b77578-9773-42d5-8507-251ca2dc2b06}" enabled="0" method="" siteId="{14b77578-9773-42d5-8507-251ca2dc2b0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5694</TotalTime>
  <Words>1753</Words>
  <Application>Microsoft Office PowerPoint</Application>
  <PresentationFormat>Widescreen</PresentationFormat>
  <Paragraphs>638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Ecological Mental Functioning Ontology (EMFO) 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MF Ontology Mappings</vt:lpstr>
      <vt:lpstr>MF Ontology Mappings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Divita, Guy (NIH/CC/RMD) [C]</dc:creator>
  <cp:lastModifiedBy>Guy Divita</cp:lastModifiedBy>
  <cp:revision>12</cp:revision>
  <dcterms:created xsi:type="dcterms:W3CDTF">2023-12-12T13:42:58Z</dcterms:created>
  <dcterms:modified xsi:type="dcterms:W3CDTF">2026-01-30T18:15:55Z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0x010100DC0853FBA342F1439B1E03C364E3AF64</vt:lpwstr>
  </property>
</Properties>
</file>